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94" r:id="rId3"/>
    <p:sldId id="291" r:id="rId4"/>
    <p:sldId id="292" r:id="rId5"/>
    <p:sldId id="293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UQ8daf3Nr/xN5x6y/NV7YpyfK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249AB-A183-4D56-98EC-5D1EDA3657BD}" v="161" dt="2020-12-27T10:26:51.532"/>
    <p1510:client id="{31052A4D-4951-45DE-AFB3-A52A00E210FC}" v="5050" dt="2021-01-26T09:46:39.662"/>
    <p1510:client id="{FBAD5454-87D5-4EC3-92B0-78A58FF59C50}" v="516" dt="2020-12-22T09:20:21.900"/>
    <p1510:client id="{5EE0F848-3E80-423B-8160-9559CD462FDB}" v="767" dt="2020-12-22T08:45:22.135"/>
    <p1510:client id="{D7A23851-4AC6-44D3-89BB-83777541DFA2}" v="427" dt="2021-01-26T07:47:52.430"/>
    <p1510:client id="{AE2D8BA4-F909-4BCD-B6C8-6BA387192839}" v="400" dt="2021-01-02T06:43:06.343"/>
    <p1510:client id="{B25920F4-8BB6-4D48-AD03-F16F3F057120}" v="1049" dt="2021-01-26T07:41:16.534"/>
    <p1510:client id="{FAA5AE58-EC55-46F2-8813-EA06D9B60130}" v="747" dt="2020-12-19T13:46:50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8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u Andrew" userId="f7df3c4dcc17044c" providerId="Windows Live" clId="Web-{D7A23851-4AC6-44D3-89BB-83777541DFA2}"/>
    <pc:docChg chg="addSld delSld modSld">
      <pc:chgData name="Chou Andrew" userId="f7df3c4dcc17044c" providerId="Windows Live" clId="Web-{D7A23851-4AC6-44D3-89BB-83777541DFA2}" dt="2021-01-26T07:47:52.430" v="217" actId="20577"/>
      <pc:docMkLst>
        <pc:docMk/>
      </pc:docMkLst>
      <pc:sldChg chg="del">
        <pc:chgData name="Chou Andrew" userId="f7df3c4dcc17044c" providerId="Windows Live" clId="Web-{D7A23851-4AC6-44D3-89BB-83777541DFA2}" dt="2021-01-26T07:45:11.442" v="163"/>
        <pc:sldMkLst>
          <pc:docMk/>
          <pc:sldMk cId="0" sldId="259"/>
        </pc:sldMkLst>
      </pc:sldChg>
      <pc:sldChg chg="del">
        <pc:chgData name="Chou Andrew" userId="f7df3c4dcc17044c" providerId="Windows Live" clId="Web-{D7A23851-4AC6-44D3-89BB-83777541DFA2}" dt="2021-01-26T07:45:11.442" v="165"/>
        <pc:sldMkLst>
          <pc:docMk/>
          <pc:sldMk cId="0" sldId="264"/>
        </pc:sldMkLst>
      </pc:sldChg>
      <pc:sldChg chg="del">
        <pc:chgData name="Chou Andrew" userId="f7df3c4dcc17044c" providerId="Windows Live" clId="Web-{D7A23851-4AC6-44D3-89BB-83777541DFA2}" dt="2021-01-26T07:45:11.426" v="156"/>
        <pc:sldMkLst>
          <pc:docMk/>
          <pc:sldMk cId="0" sldId="270"/>
        </pc:sldMkLst>
      </pc:sldChg>
      <pc:sldChg chg="del">
        <pc:chgData name="Chou Andrew" userId="f7df3c4dcc17044c" providerId="Windows Live" clId="Web-{D7A23851-4AC6-44D3-89BB-83777541DFA2}" dt="2021-01-26T07:45:11.442" v="162"/>
        <pc:sldMkLst>
          <pc:docMk/>
          <pc:sldMk cId="2034853852" sldId="277"/>
        </pc:sldMkLst>
      </pc:sldChg>
      <pc:sldChg chg="del">
        <pc:chgData name="Chou Andrew" userId="f7df3c4dcc17044c" providerId="Windows Live" clId="Web-{D7A23851-4AC6-44D3-89BB-83777541DFA2}" dt="2021-01-26T07:45:11.426" v="155"/>
        <pc:sldMkLst>
          <pc:docMk/>
          <pc:sldMk cId="3664296598" sldId="281"/>
        </pc:sldMkLst>
      </pc:sldChg>
      <pc:sldChg chg="del">
        <pc:chgData name="Chou Andrew" userId="f7df3c4dcc17044c" providerId="Windows Live" clId="Web-{D7A23851-4AC6-44D3-89BB-83777541DFA2}" dt="2021-01-26T07:45:39.990" v="170"/>
        <pc:sldMkLst>
          <pc:docMk/>
          <pc:sldMk cId="487114470" sldId="283"/>
        </pc:sldMkLst>
      </pc:sldChg>
      <pc:sldChg chg="del">
        <pc:chgData name="Chou Andrew" userId="f7df3c4dcc17044c" providerId="Windows Live" clId="Web-{D7A23851-4AC6-44D3-89BB-83777541DFA2}" dt="2021-01-26T07:45:11.442" v="164"/>
        <pc:sldMkLst>
          <pc:docMk/>
          <pc:sldMk cId="1797265035" sldId="285"/>
        </pc:sldMkLst>
      </pc:sldChg>
      <pc:sldChg chg="del">
        <pc:chgData name="Chou Andrew" userId="f7df3c4dcc17044c" providerId="Windows Live" clId="Web-{D7A23851-4AC6-44D3-89BB-83777541DFA2}" dt="2021-01-26T07:45:11.426" v="161"/>
        <pc:sldMkLst>
          <pc:docMk/>
          <pc:sldMk cId="1736657725" sldId="286"/>
        </pc:sldMkLst>
      </pc:sldChg>
      <pc:sldChg chg="del">
        <pc:chgData name="Chou Andrew" userId="f7df3c4dcc17044c" providerId="Windows Live" clId="Web-{D7A23851-4AC6-44D3-89BB-83777541DFA2}" dt="2021-01-26T07:45:11.426" v="160"/>
        <pc:sldMkLst>
          <pc:docMk/>
          <pc:sldMk cId="2189596319" sldId="287"/>
        </pc:sldMkLst>
      </pc:sldChg>
      <pc:sldChg chg="del">
        <pc:chgData name="Chou Andrew" userId="f7df3c4dcc17044c" providerId="Windows Live" clId="Web-{D7A23851-4AC6-44D3-89BB-83777541DFA2}" dt="2021-01-26T07:45:11.426" v="159"/>
        <pc:sldMkLst>
          <pc:docMk/>
          <pc:sldMk cId="2038234489" sldId="288"/>
        </pc:sldMkLst>
      </pc:sldChg>
      <pc:sldChg chg="del">
        <pc:chgData name="Chou Andrew" userId="f7df3c4dcc17044c" providerId="Windows Live" clId="Web-{D7A23851-4AC6-44D3-89BB-83777541DFA2}" dt="2021-01-26T07:45:11.426" v="158"/>
        <pc:sldMkLst>
          <pc:docMk/>
          <pc:sldMk cId="3871193566" sldId="289"/>
        </pc:sldMkLst>
      </pc:sldChg>
      <pc:sldChg chg="del">
        <pc:chgData name="Chou Andrew" userId="f7df3c4dcc17044c" providerId="Windows Live" clId="Web-{D7A23851-4AC6-44D3-89BB-83777541DFA2}" dt="2021-01-26T07:45:11.426" v="157"/>
        <pc:sldMkLst>
          <pc:docMk/>
          <pc:sldMk cId="119306633" sldId="290"/>
        </pc:sldMkLst>
      </pc:sldChg>
      <pc:sldChg chg="modSp">
        <pc:chgData name="Chou Andrew" userId="f7df3c4dcc17044c" providerId="Windows Live" clId="Web-{D7A23851-4AC6-44D3-89BB-83777541DFA2}" dt="2021-01-26T07:45:04.067" v="154" actId="20577"/>
        <pc:sldMkLst>
          <pc:docMk/>
          <pc:sldMk cId="3412814016" sldId="292"/>
        </pc:sldMkLst>
        <pc:spChg chg="mod">
          <ac:chgData name="Chou Andrew" userId="f7df3c4dcc17044c" providerId="Windows Live" clId="Web-{D7A23851-4AC6-44D3-89BB-83777541DFA2}" dt="2021-01-26T07:45:04.067" v="154" actId="20577"/>
          <ac:spMkLst>
            <pc:docMk/>
            <pc:sldMk cId="3412814016" sldId="292"/>
            <ac:spMk id="3" creationId="{80FAD6F2-7135-4BF4-A303-15F2E615FEF5}"/>
          </ac:spMkLst>
        </pc:spChg>
      </pc:sldChg>
      <pc:sldChg chg="modSp new">
        <pc:chgData name="Chou Andrew" userId="f7df3c4dcc17044c" providerId="Windows Live" clId="Web-{D7A23851-4AC6-44D3-89BB-83777541DFA2}" dt="2021-01-26T07:47:52.430" v="217" actId="20577"/>
        <pc:sldMkLst>
          <pc:docMk/>
          <pc:sldMk cId="3996161729" sldId="293"/>
        </pc:sldMkLst>
        <pc:spChg chg="mod">
          <ac:chgData name="Chou Andrew" userId="f7df3c4dcc17044c" providerId="Windows Live" clId="Web-{D7A23851-4AC6-44D3-89BB-83777541DFA2}" dt="2021-01-26T07:45:17.786" v="167" actId="20577"/>
          <ac:spMkLst>
            <pc:docMk/>
            <pc:sldMk cId="3996161729" sldId="293"/>
            <ac:spMk id="2" creationId="{E8F4D24F-F03D-4564-B33E-C5925392AD10}"/>
          </ac:spMkLst>
        </pc:spChg>
        <pc:spChg chg="mod">
          <ac:chgData name="Chou Andrew" userId="f7df3c4dcc17044c" providerId="Windows Live" clId="Web-{D7A23851-4AC6-44D3-89BB-83777541DFA2}" dt="2021-01-26T07:47:52.430" v="217" actId="20577"/>
          <ac:spMkLst>
            <pc:docMk/>
            <pc:sldMk cId="3996161729" sldId="293"/>
            <ac:spMk id="3" creationId="{4D9B354A-B8C6-40E8-8BB2-5007B1752F1C}"/>
          </ac:spMkLst>
        </pc:spChg>
      </pc:sldChg>
      <pc:sldChg chg="modSp add replId">
        <pc:chgData name="Chou Andrew" userId="f7df3c4dcc17044c" providerId="Windows Live" clId="Web-{D7A23851-4AC6-44D3-89BB-83777541DFA2}" dt="2021-01-26T07:45:46.943" v="175" actId="20577"/>
        <pc:sldMkLst>
          <pc:docMk/>
          <pc:sldMk cId="1864037252" sldId="294"/>
        </pc:sldMkLst>
        <pc:spChg chg="mod">
          <ac:chgData name="Chou Andrew" userId="f7df3c4dcc17044c" providerId="Windows Live" clId="Web-{D7A23851-4AC6-44D3-89BB-83777541DFA2}" dt="2021-01-26T07:45:34.114" v="169" actId="20577"/>
          <ac:spMkLst>
            <pc:docMk/>
            <pc:sldMk cId="1864037252" sldId="294"/>
            <ac:spMk id="2" creationId="{E8F4D24F-F03D-4564-B33E-C5925392AD10}"/>
          </ac:spMkLst>
        </pc:spChg>
        <pc:spChg chg="mod">
          <ac:chgData name="Chou Andrew" userId="f7df3c4dcc17044c" providerId="Windows Live" clId="Web-{D7A23851-4AC6-44D3-89BB-83777541DFA2}" dt="2021-01-26T07:45:46.943" v="175" actId="20577"/>
          <ac:spMkLst>
            <pc:docMk/>
            <pc:sldMk cId="1864037252" sldId="294"/>
            <ac:spMk id="3" creationId="{4D9B354A-B8C6-40E8-8BB2-5007B1752F1C}"/>
          </ac:spMkLst>
        </pc:spChg>
      </pc:sldChg>
    </pc:docChg>
  </pc:docChgLst>
  <pc:docChgLst>
    <pc:chgData name="Chou Andrew" userId="f7df3c4dcc17044c" providerId="Windows Live" clId="Web-{31052A4D-4951-45DE-AFB3-A52A00E210FC}"/>
    <pc:docChg chg="addSld delSld modSld">
      <pc:chgData name="Chou Andrew" userId="f7df3c4dcc17044c" providerId="Windows Live" clId="Web-{31052A4D-4951-45DE-AFB3-A52A00E210FC}" dt="2021-01-26T09:46:39.662" v="2594" actId="1076"/>
      <pc:docMkLst>
        <pc:docMk/>
      </pc:docMkLst>
      <pc:sldChg chg="modSp">
        <pc:chgData name="Chou Andrew" userId="f7df3c4dcc17044c" providerId="Windows Live" clId="Web-{31052A4D-4951-45DE-AFB3-A52A00E210FC}" dt="2021-01-26T07:56:37.844" v="224" actId="20577"/>
        <pc:sldMkLst>
          <pc:docMk/>
          <pc:sldMk cId="3996161729" sldId="293"/>
        </pc:sldMkLst>
        <pc:spChg chg="mod">
          <ac:chgData name="Chou Andrew" userId="f7df3c4dcc17044c" providerId="Windows Live" clId="Web-{31052A4D-4951-45DE-AFB3-A52A00E210FC}" dt="2021-01-26T07:56:37.844" v="224" actId="20577"/>
          <ac:spMkLst>
            <pc:docMk/>
            <pc:sldMk cId="3996161729" sldId="293"/>
            <ac:spMk id="3" creationId="{4D9B354A-B8C6-40E8-8BB2-5007B1752F1C}"/>
          </ac:spMkLst>
        </pc:spChg>
      </pc:sldChg>
      <pc:sldChg chg="addSp delSp modSp new">
        <pc:chgData name="Chou Andrew" userId="f7df3c4dcc17044c" providerId="Windows Live" clId="Web-{31052A4D-4951-45DE-AFB3-A52A00E210FC}" dt="2021-01-26T08:08:57.142" v="440"/>
        <pc:sldMkLst>
          <pc:docMk/>
          <pc:sldMk cId="3833829424" sldId="295"/>
        </pc:sldMkLst>
        <pc:spChg chg="mod">
          <ac:chgData name="Chou Andrew" userId="f7df3c4dcc17044c" providerId="Windows Live" clId="Web-{31052A4D-4951-45DE-AFB3-A52A00E210FC}" dt="2021-01-26T07:56:51.485" v="226" actId="20577"/>
          <ac:spMkLst>
            <pc:docMk/>
            <pc:sldMk cId="3833829424" sldId="295"/>
            <ac:spMk id="2" creationId="{897889B1-A95A-4294-B294-B700E646B3BF}"/>
          </ac:spMkLst>
        </pc:spChg>
        <pc:spChg chg="mod">
          <ac:chgData name="Chou Andrew" userId="f7df3c4dcc17044c" providerId="Windows Live" clId="Web-{31052A4D-4951-45DE-AFB3-A52A00E210FC}" dt="2021-01-26T08:07:42.109" v="433" actId="20577"/>
          <ac:spMkLst>
            <pc:docMk/>
            <pc:sldMk cId="3833829424" sldId="295"/>
            <ac:spMk id="3" creationId="{4FE22FBB-BE14-4539-BD1A-F460AC1C3335}"/>
          </ac:spMkLst>
        </pc:spChg>
        <pc:picChg chg="add mod">
          <ac:chgData name="Chou Andrew" userId="f7df3c4dcc17044c" providerId="Windows Live" clId="Web-{31052A4D-4951-45DE-AFB3-A52A00E210FC}" dt="2021-01-26T08:00:49.350" v="295" actId="1076"/>
          <ac:picMkLst>
            <pc:docMk/>
            <pc:sldMk cId="3833829424" sldId="295"/>
            <ac:picMk id="5" creationId="{26FD5F31-82B9-4660-BA5B-E786F2676834}"/>
          </ac:picMkLst>
        </pc:picChg>
        <pc:picChg chg="add del mod ord">
          <ac:chgData name="Chou Andrew" userId="f7df3c4dcc17044c" providerId="Windows Live" clId="Web-{31052A4D-4951-45DE-AFB3-A52A00E210FC}" dt="2021-01-26T08:08:57.142" v="440"/>
          <ac:picMkLst>
            <pc:docMk/>
            <pc:sldMk cId="3833829424" sldId="295"/>
            <ac:picMk id="6" creationId="{4A123192-B8FC-4D9F-868D-561AF17938A3}"/>
          </ac:picMkLst>
        </pc:picChg>
      </pc:sldChg>
      <pc:sldChg chg="addSp delSp modSp new del">
        <pc:chgData name="Chou Andrew" userId="f7df3c4dcc17044c" providerId="Windows Live" clId="Web-{31052A4D-4951-45DE-AFB3-A52A00E210FC}" dt="2021-01-26T08:09:19.814" v="447"/>
        <pc:sldMkLst>
          <pc:docMk/>
          <pc:sldMk cId="253766933" sldId="296"/>
        </pc:sldMkLst>
        <pc:spChg chg="del">
          <ac:chgData name="Chou Andrew" userId="f7df3c4dcc17044c" providerId="Windows Live" clId="Web-{31052A4D-4951-45DE-AFB3-A52A00E210FC}" dt="2021-01-26T08:09:14.502" v="446"/>
          <ac:spMkLst>
            <pc:docMk/>
            <pc:sldMk cId="253766933" sldId="296"/>
            <ac:spMk id="2" creationId="{36B8DDE2-6C27-4E6B-A2BF-4DEFC3884E26}"/>
          </ac:spMkLst>
        </pc:spChg>
        <pc:spChg chg="del">
          <ac:chgData name="Chou Andrew" userId="f7df3c4dcc17044c" providerId="Windows Live" clId="Web-{31052A4D-4951-45DE-AFB3-A52A00E210FC}" dt="2021-01-26T08:09:01.158" v="442"/>
          <ac:spMkLst>
            <pc:docMk/>
            <pc:sldMk cId="253766933" sldId="296"/>
            <ac:spMk id="3" creationId="{530B67F0-2281-4099-86FF-0AFF48A36559}"/>
          </ac:spMkLst>
        </pc:spChg>
        <pc:picChg chg="add mod ord">
          <ac:chgData name="Chou Andrew" userId="f7df3c4dcc17044c" providerId="Windows Live" clId="Web-{31052A4D-4951-45DE-AFB3-A52A00E210FC}" dt="2021-01-26T08:09:10.845" v="445" actId="1076"/>
          <ac:picMkLst>
            <pc:docMk/>
            <pc:sldMk cId="253766933" sldId="296"/>
            <ac:picMk id="5" creationId="{82BEC5AE-7E88-42A4-8DF1-FD50E058581C}"/>
          </ac:picMkLst>
        </pc:picChg>
      </pc:sldChg>
      <pc:sldChg chg="addSp delSp modSp new">
        <pc:chgData name="Chou Andrew" userId="f7df3c4dcc17044c" providerId="Windows Live" clId="Web-{31052A4D-4951-45DE-AFB3-A52A00E210FC}" dt="2021-01-26T08:18:13.670" v="573"/>
        <pc:sldMkLst>
          <pc:docMk/>
          <pc:sldMk cId="3255304800" sldId="296"/>
        </pc:sldMkLst>
        <pc:spChg chg="del">
          <ac:chgData name="Chou Andrew" userId="f7df3c4dcc17044c" providerId="Windows Live" clId="Web-{31052A4D-4951-45DE-AFB3-A52A00E210FC}" dt="2021-01-26T08:09:28.486" v="451"/>
          <ac:spMkLst>
            <pc:docMk/>
            <pc:sldMk cId="3255304800" sldId="296"/>
            <ac:spMk id="2" creationId="{404AF971-D9E2-4493-A11C-4D28940D0C31}"/>
          </ac:spMkLst>
        </pc:spChg>
        <pc:spChg chg="add del mod">
          <ac:chgData name="Chou Andrew" userId="f7df3c4dcc17044c" providerId="Windows Live" clId="Web-{31052A4D-4951-45DE-AFB3-A52A00E210FC}" dt="2021-01-26T08:15:50.495" v="535" actId="20577"/>
          <ac:spMkLst>
            <pc:docMk/>
            <pc:sldMk cId="3255304800" sldId="296"/>
            <ac:spMk id="3" creationId="{59204D6C-711D-4690-A959-D91F81059FA5}"/>
          </ac:spMkLst>
        </pc:spChg>
        <pc:picChg chg="add del mod ord">
          <ac:chgData name="Chou Andrew" userId="f7df3c4dcc17044c" providerId="Windows Live" clId="Web-{31052A4D-4951-45DE-AFB3-A52A00E210FC}" dt="2021-01-26T08:09:38.518" v="455"/>
          <ac:picMkLst>
            <pc:docMk/>
            <pc:sldMk cId="3255304800" sldId="296"/>
            <ac:picMk id="5" creationId="{1C25D9D8-A465-4AD5-8506-81A42001763E}"/>
          </ac:picMkLst>
        </pc:picChg>
        <pc:picChg chg="add mod">
          <ac:chgData name="Chou Andrew" userId="f7df3c4dcc17044c" providerId="Windows Live" clId="Web-{31052A4D-4951-45DE-AFB3-A52A00E210FC}" dt="2021-01-26T08:15:58.026" v="537" actId="1076"/>
          <ac:picMkLst>
            <pc:docMk/>
            <pc:sldMk cId="3255304800" sldId="296"/>
            <ac:picMk id="6" creationId="{99A743C0-68BC-4759-8E65-F4484308320C}"/>
          </ac:picMkLst>
        </pc:picChg>
        <pc:picChg chg="add del mod">
          <ac:chgData name="Chou Andrew" userId="f7df3c4dcc17044c" providerId="Windows Live" clId="Web-{31052A4D-4951-45DE-AFB3-A52A00E210FC}" dt="2021-01-26T08:18:13.670" v="573"/>
          <ac:picMkLst>
            <pc:docMk/>
            <pc:sldMk cId="3255304800" sldId="296"/>
            <ac:picMk id="7" creationId="{6ED1074E-C2EE-4BCB-8E70-2CD6D3254111}"/>
          </ac:picMkLst>
        </pc:picChg>
      </pc:sldChg>
      <pc:sldChg chg="addSp delSp modSp new">
        <pc:chgData name="Chou Andrew" userId="f7df3c4dcc17044c" providerId="Windows Live" clId="Web-{31052A4D-4951-45DE-AFB3-A52A00E210FC}" dt="2021-01-26T08:20:12.594" v="593" actId="1076"/>
        <pc:sldMkLst>
          <pc:docMk/>
          <pc:sldMk cId="3682817116" sldId="297"/>
        </pc:sldMkLst>
        <pc:spChg chg="del">
          <ac:chgData name="Chou Andrew" userId="f7df3c4dcc17044c" providerId="Windows Live" clId="Web-{31052A4D-4951-45DE-AFB3-A52A00E210FC}" dt="2021-01-26T08:16:40.496" v="539"/>
          <ac:spMkLst>
            <pc:docMk/>
            <pc:sldMk cId="3682817116" sldId="297"/>
            <ac:spMk id="2" creationId="{BB42ECBB-F8DC-49AE-89FF-9CF0AC7F75A2}"/>
          </ac:spMkLst>
        </pc:spChg>
        <pc:spChg chg="mod">
          <ac:chgData name="Chou Andrew" userId="f7df3c4dcc17044c" providerId="Windows Live" clId="Web-{31052A4D-4951-45DE-AFB3-A52A00E210FC}" dt="2021-01-26T08:20:12.594" v="593" actId="1076"/>
          <ac:spMkLst>
            <pc:docMk/>
            <pc:sldMk cId="3682817116" sldId="297"/>
            <ac:spMk id="3" creationId="{B221C4F3-8964-4936-81B4-3074C255ADB5}"/>
          </ac:spMkLst>
        </pc:spChg>
        <pc:picChg chg="add mod">
          <ac:chgData name="Chou Andrew" userId="f7df3c4dcc17044c" providerId="Windows Live" clId="Web-{31052A4D-4951-45DE-AFB3-A52A00E210FC}" dt="2021-01-26T08:19:20.687" v="586" actId="14100"/>
          <ac:picMkLst>
            <pc:docMk/>
            <pc:sldMk cId="3682817116" sldId="297"/>
            <ac:picMk id="5" creationId="{35EDC79E-EA74-4C70-8DE3-9787E1E195F3}"/>
          </ac:picMkLst>
        </pc:picChg>
      </pc:sldChg>
      <pc:sldChg chg="addSp delSp modSp new">
        <pc:chgData name="Chou Andrew" userId="f7df3c4dcc17044c" providerId="Windows Live" clId="Web-{31052A4D-4951-45DE-AFB3-A52A00E210FC}" dt="2021-01-26T08:24:16.475" v="716" actId="20577"/>
        <pc:sldMkLst>
          <pc:docMk/>
          <pc:sldMk cId="2254757141" sldId="298"/>
        </pc:sldMkLst>
        <pc:spChg chg="del">
          <ac:chgData name="Chou Andrew" userId="f7df3c4dcc17044c" providerId="Windows Live" clId="Web-{31052A4D-4951-45DE-AFB3-A52A00E210FC}" dt="2021-01-26T08:20:19.376" v="595"/>
          <ac:spMkLst>
            <pc:docMk/>
            <pc:sldMk cId="2254757141" sldId="298"/>
            <ac:spMk id="2" creationId="{3CEF122F-07BF-4B0D-AD72-06850816265A}"/>
          </ac:spMkLst>
        </pc:spChg>
        <pc:spChg chg="add del mod">
          <ac:chgData name="Chou Andrew" userId="f7df3c4dcc17044c" providerId="Windows Live" clId="Web-{31052A4D-4951-45DE-AFB3-A52A00E210FC}" dt="2021-01-26T08:20:54.111" v="604"/>
          <ac:spMkLst>
            <pc:docMk/>
            <pc:sldMk cId="2254757141" sldId="298"/>
            <ac:spMk id="3" creationId="{C0471E06-C25F-4F74-A4B8-5184C0450649}"/>
          </ac:spMkLst>
        </pc:spChg>
        <pc:spChg chg="add del mod">
          <ac:chgData name="Chou Andrew" userId="f7df3c4dcc17044c" providerId="Windows Live" clId="Web-{31052A4D-4951-45DE-AFB3-A52A00E210FC}" dt="2021-01-26T08:22:51.160" v="684"/>
          <ac:spMkLst>
            <pc:docMk/>
            <pc:sldMk cId="2254757141" sldId="298"/>
            <ac:spMk id="8" creationId="{51C89808-EF46-480A-ADC3-49288655E8B0}"/>
          </ac:spMkLst>
        </pc:spChg>
        <pc:spChg chg="add mod">
          <ac:chgData name="Chou Andrew" userId="f7df3c4dcc17044c" providerId="Windows Live" clId="Web-{31052A4D-4951-45DE-AFB3-A52A00E210FC}" dt="2021-01-26T08:24:16.475" v="716" actId="20577"/>
          <ac:spMkLst>
            <pc:docMk/>
            <pc:sldMk cId="2254757141" sldId="298"/>
            <ac:spMk id="10" creationId="{90C97A62-AE2D-4819-8D70-425272D54A97}"/>
          </ac:spMkLst>
        </pc:spChg>
        <pc:picChg chg="add del mod ord">
          <ac:chgData name="Chou Andrew" userId="f7df3c4dcc17044c" providerId="Windows Live" clId="Web-{31052A4D-4951-45DE-AFB3-A52A00E210FC}" dt="2021-01-26T08:20:47.845" v="601"/>
          <ac:picMkLst>
            <pc:docMk/>
            <pc:sldMk cId="2254757141" sldId="298"/>
            <ac:picMk id="5" creationId="{6305C57A-3759-42C0-8E5F-4AED3361C043}"/>
          </ac:picMkLst>
        </pc:picChg>
        <pc:picChg chg="add del mod ord">
          <ac:chgData name="Chou Andrew" userId="f7df3c4dcc17044c" providerId="Windows Live" clId="Web-{31052A4D-4951-45DE-AFB3-A52A00E210FC}" dt="2021-01-26T08:20:51.642" v="603"/>
          <ac:picMkLst>
            <pc:docMk/>
            <pc:sldMk cId="2254757141" sldId="298"/>
            <ac:picMk id="6" creationId="{0F2D9DF7-C0AF-4C8E-9173-9CD98D353E1C}"/>
          </ac:picMkLst>
        </pc:picChg>
        <pc:picChg chg="add mod ord">
          <ac:chgData name="Chou Andrew" userId="f7df3c4dcc17044c" providerId="Windows Live" clId="Web-{31052A4D-4951-45DE-AFB3-A52A00E210FC}" dt="2021-01-26T08:21:06.627" v="611" actId="1076"/>
          <ac:picMkLst>
            <pc:docMk/>
            <pc:sldMk cId="2254757141" sldId="298"/>
            <ac:picMk id="7" creationId="{EB757ED6-E83B-4D5E-B27A-DFC41D19B086}"/>
          </ac:picMkLst>
        </pc:picChg>
      </pc:sldChg>
      <pc:sldChg chg="addSp modSp new">
        <pc:chgData name="Chou Andrew" userId="f7df3c4dcc17044c" providerId="Windows Live" clId="Web-{31052A4D-4951-45DE-AFB3-A52A00E210FC}" dt="2021-01-26T08:34:20.051" v="972" actId="20577"/>
        <pc:sldMkLst>
          <pc:docMk/>
          <pc:sldMk cId="2754279320" sldId="299"/>
        </pc:sldMkLst>
        <pc:spChg chg="mod">
          <ac:chgData name="Chou Andrew" userId="f7df3c4dcc17044c" providerId="Windows Live" clId="Web-{31052A4D-4951-45DE-AFB3-A52A00E210FC}" dt="2021-01-26T08:24:26.678" v="718" actId="20577"/>
          <ac:spMkLst>
            <pc:docMk/>
            <pc:sldMk cId="2754279320" sldId="299"/>
            <ac:spMk id="2" creationId="{CB6B65A6-A39C-4425-9684-C0FCEF615F3A}"/>
          </ac:spMkLst>
        </pc:spChg>
        <pc:spChg chg="mod">
          <ac:chgData name="Chou Andrew" userId="f7df3c4dcc17044c" providerId="Windows Live" clId="Web-{31052A4D-4951-45DE-AFB3-A52A00E210FC}" dt="2021-01-26T08:34:20.051" v="972" actId="20577"/>
          <ac:spMkLst>
            <pc:docMk/>
            <pc:sldMk cId="2754279320" sldId="299"/>
            <ac:spMk id="3" creationId="{93468D2F-DCAC-430B-BA90-25107F487E87}"/>
          </ac:spMkLst>
        </pc:spChg>
        <pc:picChg chg="add mod">
          <ac:chgData name="Chou Andrew" userId="f7df3c4dcc17044c" providerId="Windows Live" clId="Web-{31052A4D-4951-45DE-AFB3-A52A00E210FC}" dt="2021-01-26T08:31:48.047" v="907" actId="1076"/>
          <ac:picMkLst>
            <pc:docMk/>
            <pc:sldMk cId="2754279320" sldId="299"/>
            <ac:picMk id="5" creationId="{12768F70-B9F5-4773-B3A7-07F9C8F55A32}"/>
          </ac:picMkLst>
        </pc:picChg>
      </pc:sldChg>
      <pc:sldChg chg="addSp delSp modSp new">
        <pc:chgData name="Chou Andrew" userId="f7df3c4dcc17044c" providerId="Windows Live" clId="Web-{31052A4D-4951-45DE-AFB3-A52A00E210FC}" dt="2021-01-26T08:42:57.625" v="1047" actId="14100"/>
        <pc:sldMkLst>
          <pc:docMk/>
          <pc:sldMk cId="1793456270" sldId="300"/>
        </pc:sldMkLst>
        <pc:spChg chg="del">
          <ac:chgData name="Chou Andrew" userId="f7df3c4dcc17044c" providerId="Windows Live" clId="Web-{31052A4D-4951-45DE-AFB3-A52A00E210FC}" dt="2021-01-26T08:34:23.348" v="974"/>
          <ac:spMkLst>
            <pc:docMk/>
            <pc:sldMk cId="1793456270" sldId="300"/>
            <ac:spMk id="2" creationId="{E302326F-F0C0-4F58-93CC-04BA90F1D643}"/>
          </ac:spMkLst>
        </pc:spChg>
        <pc:spChg chg="mod">
          <ac:chgData name="Chou Andrew" userId="f7df3c4dcc17044c" providerId="Windows Live" clId="Web-{31052A4D-4951-45DE-AFB3-A52A00E210FC}" dt="2021-01-26T08:36:55.742" v="1034" actId="20577"/>
          <ac:spMkLst>
            <pc:docMk/>
            <pc:sldMk cId="1793456270" sldId="300"/>
            <ac:spMk id="3" creationId="{BF3711CE-B02D-495E-AC07-75B1467AEA7D}"/>
          </ac:spMkLst>
        </pc:spChg>
        <pc:picChg chg="add del mod">
          <ac:chgData name="Chou Andrew" userId="f7df3c4dcc17044c" providerId="Windows Live" clId="Web-{31052A4D-4951-45DE-AFB3-A52A00E210FC}" dt="2021-01-26T08:40:40.793" v="1040"/>
          <ac:picMkLst>
            <pc:docMk/>
            <pc:sldMk cId="1793456270" sldId="300"/>
            <ac:picMk id="5" creationId="{BE787353-9C12-4C1C-94F6-8837E673909B}"/>
          </ac:picMkLst>
        </pc:picChg>
        <pc:picChg chg="add mod">
          <ac:chgData name="Chou Andrew" userId="f7df3c4dcc17044c" providerId="Windows Live" clId="Web-{31052A4D-4951-45DE-AFB3-A52A00E210FC}" dt="2021-01-26T08:40:50.747" v="1043" actId="14100"/>
          <ac:picMkLst>
            <pc:docMk/>
            <pc:sldMk cId="1793456270" sldId="300"/>
            <ac:picMk id="6" creationId="{4A65490F-2808-4C10-8A20-164432736B32}"/>
          </ac:picMkLst>
        </pc:picChg>
        <pc:picChg chg="add mod">
          <ac:chgData name="Chou Andrew" userId="f7df3c4dcc17044c" providerId="Windows Live" clId="Web-{31052A4D-4951-45DE-AFB3-A52A00E210FC}" dt="2021-01-26T08:42:57.625" v="1047" actId="14100"/>
          <ac:picMkLst>
            <pc:docMk/>
            <pc:sldMk cId="1793456270" sldId="300"/>
            <ac:picMk id="7" creationId="{5F5A5CEB-C8C5-4C07-ACB8-E11725012C3C}"/>
          </ac:picMkLst>
        </pc:picChg>
      </pc:sldChg>
      <pc:sldChg chg="addSp delSp modSp new">
        <pc:chgData name="Chou Andrew" userId="f7df3c4dcc17044c" providerId="Windows Live" clId="Web-{31052A4D-4951-45DE-AFB3-A52A00E210FC}" dt="2021-01-26T08:49:25.555" v="1196" actId="20577"/>
        <pc:sldMkLst>
          <pc:docMk/>
          <pc:sldMk cId="3988895076" sldId="301"/>
        </pc:sldMkLst>
        <pc:spChg chg="del">
          <ac:chgData name="Chou Andrew" userId="f7df3c4dcc17044c" providerId="Windows Live" clId="Web-{31052A4D-4951-45DE-AFB3-A52A00E210FC}" dt="2021-01-26T08:43:35.250" v="1049"/>
          <ac:spMkLst>
            <pc:docMk/>
            <pc:sldMk cId="3988895076" sldId="301"/>
            <ac:spMk id="2" creationId="{943F058C-CCD5-4C3B-B93D-A00171E48820}"/>
          </ac:spMkLst>
        </pc:spChg>
        <pc:spChg chg="mod">
          <ac:chgData name="Chou Andrew" userId="f7df3c4dcc17044c" providerId="Windows Live" clId="Web-{31052A4D-4951-45DE-AFB3-A52A00E210FC}" dt="2021-01-26T08:49:25.555" v="1196" actId="20577"/>
          <ac:spMkLst>
            <pc:docMk/>
            <pc:sldMk cId="3988895076" sldId="301"/>
            <ac:spMk id="3" creationId="{D500E787-3422-4301-B4F9-F373A9E90B7F}"/>
          </ac:spMkLst>
        </pc:spChg>
        <pc:picChg chg="add mod">
          <ac:chgData name="Chou Andrew" userId="f7df3c4dcc17044c" providerId="Windows Live" clId="Web-{31052A4D-4951-45DE-AFB3-A52A00E210FC}" dt="2021-01-26T08:49:13.945" v="1191" actId="1076"/>
          <ac:picMkLst>
            <pc:docMk/>
            <pc:sldMk cId="3988895076" sldId="301"/>
            <ac:picMk id="5" creationId="{75B37EA5-8CF7-4AEB-9594-C4E3F0342979}"/>
          </ac:picMkLst>
        </pc:picChg>
      </pc:sldChg>
      <pc:sldChg chg="addSp delSp modSp new">
        <pc:chgData name="Chou Andrew" userId="f7df3c4dcc17044c" providerId="Windows Live" clId="Web-{31052A4D-4951-45DE-AFB3-A52A00E210FC}" dt="2021-01-26T08:50:32.088" v="1209" actId="14100"/>
        <pc:sldMkLst>
          <pc:docMk/>
          <pc:sldMk cId="712848284" sldId="302"/>
        </pc:sldMkLst>
        <pc:spChg chg="del">
          <ac:chgData name="Chou Andrew" userId="f7df3c4dcc17044c" providerId="Windows Live" clId="Web-{31052A4D-4951-45DE-AFB3-A52A00E210FC}" dt="2021-01-26T08:49:38.758" v="1198"/>
          <ac:spMkLst>
            <pc:docMk/>
            <pc:sldMk cId="712848284" sldId="302"/>
            <ac:spMk id="2" creationId="{0F6CD9EA-653F-44E2-AF90-8C8D790CB1EB}"/>
          </ac:spMkLst>
        </pc:spChg>
        <pc:spChg chg="del">
          <ac:chgData name="Chou Andrew" userId="f7df3c4dcc17044c" providerId="Windows Live" clId="Web-{31052A4D-4951-45DE-AFB3-A52A00E210FC}" dt="2021-01-26T08:49:41.071" v="1199"/>
          <ac:spMkLst>
            <pc:docMk/>
            <pc:sldMk cId="712848284" sldId="302"/>
            <ac:spMk id="3" creationId="{CAC4E28E-3C93-4D41-A7F8-9B8DCFA11311}"/>
          </ac:spMkLst>
        </pc:spChg>
        <pc:picChg chg="add mod">
          <ac:chgData name="Chou Andrew" userId="f7df3c4dcc17044c" providerId="Windows Live" clId="Web-{31052A4D-4951-45DE-AFB3-A52A00E210FC}" dt="2021-01-26T08:49:59.571" v="1202" actId="14100"/>
          <ac:picMkLst>
            <pc:docMk/>
            <pc:sldMk cId="712848284" sldId="302"/>
            <ac:picMk id="5" creationId="{47DBAFA9-604F-450D-A1F6-B4B196F232F6}"/>
          </ac:picMkLst>
        </pc:picChg>
        <pc:picChg chg="add mod ord">
          <ac:chgData name="Chou Andrew" userId="f7df3c4dcc17044c" providerId="Windows Live" clId="Web-{31052A4D-4951-45DE-AFB3-A52A00E210FC}" dt="2021-01-26T08:50:32.088" v="1209" actId="14100"/>
          <ac:picMkLst>
            <pc:docMk/>
            <pc:sldMk cId="712848284" sldId="302"/>
            <ac:picMk id="6" creationId="{4EC311ED-3C50-41ED-A281-7E8735C073BE}"/>
          </ac:picMkLst>
        </pc:picChg>
      </pc:sldChg>
      <pc:sldChg chg="addSp modSp new">
        <pc:chgData name="Chou Andrew" userId="f7df3c4dcc17044c" providerId="Windows Live" clId="Web-{31052A4D-4951-45DE-AFB3-A52A00E210FC}" dt="2021-01-26T09:02:35.260" v="1458" actId="20577"/>
        <pc:sldMkLst>
          <pc:docMk/>
          <pc:sldMk cId="2646610384" sldId="303"/>
        </pc:sldMkLst>
        <pc:spChg chg="mod">
          <ac:chgData name="Chou Andrew" userId="f7df3c4dcc17044c" providerId="Windows Live" clId="Web-{31052A4D-4951-45DE-AFB3-A52A00E210FC}" dt="2021-01-26T08:51:54.840" v="1213" actId="20577"/>
          <ac:spMkLst>
            <pc:docMk/>
            <pc:sldMk cId="2646610384" sldId="303"/>
            <ac:spMk id="2" creationId="{D4ADB617-311A-4832-8120-F219B86A18EC}"/>
          </ac:spMkLst>
        </pc:spChg>
        <pc:spChg chg="mod">
          <ac:chgData name="Chou Andrew" userId="f7df3c4dcc17044c" providerId="Windows Live" clId="Web-{31052A4D-4951-45DE-AFB3-A52A00E210FC}" dt="2021-01-26T09:02:35.260" v="1458" actId="20577"/>
          <ac:spMkLst>
            <pc:docMk/>
            <pc:sldMk cId="2646610384" sldId="303"/>
            <ac:spMk id="3" creationId="{45DA5586-BC5C-4832-AAB4-02F4892F744D}"/>
          </ac:spMkLst>
        </pc:spChg>
        <pc:picChg chg="add mod">
          <ac:chgData name="Chou Andrew" userId="f7df3c4dcc17044c" providerId="Windows Live" clId="Web-{31052A4D-4951-45DE-AFB3-A52A00E210FC}" dt="2021-01-26T08:54:47.953" v="1278" actId="14100"/>
          <ac:picMkLst>
            <pc:docMk/>
            <pc:sldMk cId="2646610384" sldId="303"/>
            <ac:picMk id="5" creationId="{F524DBF2-57EB-4B6A-B3AB-4F8D25A0760F}"/>
          </ac:picMkLst>
        </pc:picChg>
      </pc:sldChg>
      <pc:sldChg chg="addSp modSp new">
        <pc:chgData name="Chou Andrew" userId="f7df3c4dcc17044c" providerId="Windows Live" clId="Web-{31052A4D-4951-45DE-AFB3-A52A00E210FC}" dt="2021-01-26T09:06:13.593" v="1511" actId="20577"/>
        <pc:sldMkLst>
          <pc:docMk/>
          <pc:sldMk cId="3263673836" sldId="304"/>
        </pc:sldMkLst>
        <pc:spChg chg="mod">
          <ac:chgData name="Chou Andrew" userId="f7df3c4dcc17044c" providerId="Windows Live" clId="Web-{31052A4D-4951-45DE-AFB3-A52A00E210FC}" dt="2021-01-26T09:03:39.777" v="1471" actId="20577"/>
          <ac:spMkLst>
            <pc:docMk/>
            <pc:sldMk cId="3263673836" sldId="304"/>
            <ac:spMk id="2" creationId="{BCE38E7A-815B-4B6A-A78B-2E361544564B}"/>
          </ac:spMkLst>
        </pc:spChg>
        <pc:spChg chg="mod">
          <ac:chgData name="Chou Andrew" userId="f7df3c4dcc17044c" providerId="Windows Live" clId="Web-{31052A4D-4951-45DE-AFB3-A52A00E210FC}" dt="2021-01-26T09:06:13.593" v="1511" actId="20577"/>
          <ac:spMkLst>
            <pc:docMk/>
            <pc:sldMk cId="3263673836" sldId="304"/>
            <ac:spMk id="3" creationId="{0BB0E652-DFAE-474B-A25A-3C43CF5E8E30}"/>
          </ac:spMkLst>
        </pc:spChg>
        <pc:picChg chg="add mod">
          <ac:chgData name="Chou Andrew" userId="f7df3c4dcc17044c" providerId="Windows Live" clId="Web-{31052A4D-4951-45DE-AFB3-A52A00E210FC}" dt="2021-01-26T09:04:37.513" v="1495" actId="14100"/>
          <ac:picMkLst>
            <pc:docMk/>
            <pc:sldMk cId="3263673836" sldId="304"/>
            <ac:picMk id="5" creationId="{5E2C2D19-ED38-4397-9D25-CE6293313715}"/>
          </ac:picMkLst>
        </pc:picChg>
      </pc:sldChg>
      <pc:sldChg chg="delSp modSp new del">
        <pc:chgData name="Chou Andrew" userId="f7df3c4dcc17044c" providerId="Windows Live" clId="Web-{31052A4D-4951-45DE-AFB3-A52A00E210FC}" dt="2021-01-26T09:03:04.948" v="1465"/>
        <pc:sldMkLst>
          <pc:docMk/>
          <pc:sldMk cId="4249547338" sldId="304"/>
        </pc:sldMkLst>
        <pc:spChg chg="del">
          <ac:chgData name="Chou Andrew" userId="f7df3c4dcc17044c" providerId="Windows Live" clId="Web-{31052A4D-4951-45DE-AFB3-A52A00E210FC}" dt="2021-01-26T09:02:40.073" v="1460"/>
          <ac:spMkLst>
            <pc:docMk/>
            <pc:sldMk cId="4249547338" sldId="304"/>
            <ac:spMk id="2" creationId="{371E5E4C-3912-44FD-AC35-09425F32B9F2}"/>
          </ac:spMkLst>
        </pc:spChg>
        <pc:spChg chg="mod">
          <ac:chgData name="Chou Andrew" userId="f7df3c4dcc17044c" providerId="Windows Live" clId="Web-{31052A4D-4951-45DE-AFB3-A52A00E210FC}" dt="2021-01-26T09:02:46.135" v="1464" actId="20577"/>
          <ac:spMkLst>
            <pc:docMk/>
            <pc:sldMk cId="4249547338" sldId="304"/>
            <ac:spMk id="3" creationId="{66B4BAFC-5C7E-4243-B57F-F368A632DCD7}"/>
          </ac:spMkLst>
        </pc:spChg>
      </pc:sldChg>
      <pc:sldChg chg="modSp new">
        <pc:chgData name="Chou Andrew" userId="f7df3c4dcc17044c" providerId="Windows Live" clId="Web-{31052A4D-4951-45DE-AFB3-A52A00E210FC}" dt="2021-01-26T09:10:00.567" v="1641" actId="20577"/>
        <pc:sldMkLst>
          <pc:docMk/>
          <pc:sldMk cId="1386362227" sldId="305"/>
        </pc:sldMkLst>
        <pc:spChg chg="mod">
          <ac:chgData name="Chou Andrew" userId="f7df3c4dcc17044c" providerId="Windows Live" clId="Web-{31052A4D-4951-45DE-AFB3-A52A00E210FC}" dt="2021-01-26T09:08:16.127" v="1549" actId="20577"/>
          <ac:spMkLst>
            <pc:docMk/>
            <pc:sldMk cId="1386362227" sldId="305"/>
            <ac:spMk id="2" creationId="{7DBE43F7-3CCB-43FC-A594-A6F7A0F64F45}"/>
          </ac:spMkLst>
        </pc:spChg>
        <pc:spChg chg="mod">
          <ac:chgData name="Chou Andrew" userId="f7df3c4dcc17044c" providerId="Windows Live" clId="Web-{31052A4D-4951-45DE-AFB3-A52A00E210FC}" dt="2021-01-26T09:10:00.567" v="1641" actId="20577"/>
          <ac:spMkLst>
            <pc:docMk/>
            <pc:sldMk cId="1386362227" sldId="305"/>
            <ac:spMk id="3" creationId="{6B998ADF-F43D-488F-A89E-AF439475C1FC}"/>
          </ac:spMkLst>
        </pc:spChg>
      </pc:sldChg>
      <pc:sldChg chg="addSp modSp new">
        <pc:chgData name="Chou Andrew" userId="f7df3c4dcc17044c" providerId="Windows Live" clId="Web-{31052A4D-4951-45DE-AFB3-A52A00E210FC}" dt="2021-01-26T09:18:33.578" v="1838" actId="20577"/>
        <pc:sldMkLst>
          <pc:docMk/>
          <pc:sldMk cId="1773519808" sldId="306"/>
        </pc:sldMkLst>
        <pc:spChg chg="mod">
          <ac:chgData name="Chou Andrew" userId="f7df3c4dcc17044c" providerId="Windows Live" clId="Web-{31052A4D-4951-45DE-AFB3-A52A00E210FC}" dt="2021-01-26T09:10:58.755" v="1657" actId="20577"/>
          <ac:spMkLst>
            <pc:docMk/>
            <pc:sldMk cId="1773519808" sldId="306"/>
            <ac:spMk id="2" creationId="{AD69CB26-AB2D-42E0-9FA7-F0013372BACD}"/>
          </ac:spMkLst>
        </pc:spChg>
        <pc:spChg chg="mod">
          <ac:chgData name="Chou Andrew" userId="f7df3c4dcc17044c" providerId="Windows Live" clId="Web-{31052A4D-4951-45DE-AFB3-A52A00E210FC}" dt="2021-01-26T09:18:33.578" v="1838" actId="20577"/>
          <ac:spMkLst>
            <pc:docMk/>
            <pc:sldMk cId="1773519808" sldId="306"/>
            <ac:spMk id="3" creationId="{D9221928-3DA8-49B7-A1AB-D6220D0624DE}"/>
          </ac:spMkLst>
        </pc:spChg>
        <pc:picChg chg="add mod">
          <ac:chgData name="Chou Andrew" userId="f7df3c4dcc17044c" providerId="Windows Live" clId="Web-{31052A4D-4951-45DE-AFB3-A52A00E210FC}" dt="2021-01-26T09:16:12.700" v="1779" actId="14100"/>
          <ac:picMkLst>
            <pc:docMk/>
            <pc:sldMk cId="1773519808" sldId="306"/>
            <ac:picMk id="5" creationId="{248DD8E7-4A34-4E99-B844-D71C8EEF9F73}"/>
          </ac:picMkLst>
        </pc:picChg>
      </pc:sldChg>
      <pc:sldChg chg="addSp delSp modSp new">
        <pc:chgData name="Chou Andrew" userId="f7df3c4dcc17044c" providerId="Windows Live" clId="Web-{31052A4D-4951-45DE-AFB3-A52A00E210FC}" dt="2021-01-26T09:20:02.361" v="1845" actId="1076"/>
        <pc:sldMkLst>
          <pc:docMk/>
          <pc:sldMk cId="116101558" sldId="307"/>
        </pc:sldMkLst>
        <pc:spChg chg="del">
          <ac:chgData name="Chou Andrew" userId="f7df3c4dcc17044c" providerId="Windows Live" clId="Web-{31052A4D-4951-45DE-AFB3-A52A00E210FC}" dt="2021-01-26T09:19:34.392" v="1841"/>
          <ac:spMkLst>
            <pc:docMk/>
            <pc:sldMk cId="116101558" sldId="307"/>
            <ac:spMk id="2" creationId="{7A13BC77-34CE-4D93-BEAF-8DE0C81B7357}"/>
          </ac:spMkLst>
        </pc:spChg>
        <pc:spChg chg="del">
          <ac:chgData name="Chou Andrew" userId="f7df3c4dcc17044c" providerId="Windows Live" clId="Web-{31052A4D-4951-45DE-AFB3-A52A00E210FC}" dt="2021-01-26T09:19:33.361" v="1840"/>
          <ac:spMkLst>
            <pc:docMk/>
            <pc:sldMk cId="116101558" sldId="307"/>
            <ac:spMk id="3" creationId="{FB2924BC-78A7-4030-A178-E8D31CEE7EF0}"/>
          </ac:spMkLst>
        </pc:spChg>
        <pc:picChg chg="add mod">
          <ac:chgData name="Chou Andrew" userId="f7df3c4dcc17044c" providerId="Windows Live" clId="Web-{31052A4D-4951-45DE-AFB3-A52A00E210FC}" dt="2021-01-26T09:20:02.361" v="1845" actId="1076"/>
          <ac:picMkLst>
            <pc:docMk/>
            <pc:sldMk cId="116101558" sldId="307"/>
            <ac:picMk id="5" creationId="{6257A7E1-0A63-4FA2-8087-07C87C130E1F}"/>
          </ac:picMkLst>
        </pc:picChg>
      </pc:sldChg>
      <pc:sldChg chg="addSp delSp modSp add replId">
        <pc:chgData name="Chou Andrew" userId="f7df3c4dcc17044c" providerId="Windows Live" clId="Web-{31052A4D-4951-45DE-AFB3-A52A00E210FC}" dt="2021-01-26T09:20:32.846" v="1853" actId="1076"/>
        <pc:sldMkLst>
          <pc:docMk/>
          <pc:sldMk cId="3345088066" sldId="308"/>
        </pc:sldMkLst>
        <pc:picChg chg="add mod">
          <ac:chgData name="Chou Andrew" userId="f7df3c4dcc17044c" providerId="Windows Live" clId="Web-{31052A4D-4951-45DE-AFB3-A52A00E210FC}" dt="2021-01-26T09:20:32.846" v="1853" actId="1076"/>
          <ac:picMkLst>
            <pc:docMk/>
            <pc:sldMk cId="3345088066" sldId="308"/>
            <ac:picMk id="2" creationId="{93966EC9-0ED7-4A36-BA5A-10FB5F004297}"/>
          </ac:picMkLst>
        </pc:picChg>
        <pc:picChg chg="del">
          <ac:chgData name="Chou Andrew" userId="f7df3c4dcc17044c" providerId="Windows Live" clId="Web-{31052A4D-4951-45DE-AFB3-A52A00E210FC}" dt="2021-01-26T09:20:21.924" v="1847"/>
          <ac:picMkLst>
            <pc:docMk/>
            <pc:sldMk cId="3345088066" sldId="308"/>
            <ac:picMk id="5" creationId="{6257A7E1-0A63-4FA2-8087-07C87C130E1F}"/>
          </ac:picMkLst>
        </pc:picChg>
      </pc:sldChg>
      <pc:sldChg chg="addSp delSp modSp new">
        <pc:chgData name="Chou Andrew" userId="f7df3c4dcc17044c" providerId="Windows Live" clId="Web-{31052A4D-4951-45DE-AFB3-A52A00E210FC}" dt="2021-01-26T09:24:51.508" v="1937" actId="14100"/>
        <pc:sldMkLst>
          <pc:docMk/>
          <pc:sldMk cId="2053298225" sldId="309"/>
        </pc:sldMkLst>
        <pc:spChg chg="add del mod">
          <ac:chgData name="Chou Andrew" userId="f7df3c4dcc17044c" providerId="Windows Live" clId="Web-{31052A4D-4951-45DE-AFB3-A52A00E210FC}" dt="2021-01-26T09:21:32.520" v="1857" actId="20577"/>
          <ac:spMkLst>
            <pc:docMk/>
            <pc:sldMk cId="2053298225" sldId="309"/>
            <ac:spMk id="2" creationId="{A4D2B20F-CFCB-4AA7-9E02-950837DBAB91}"/>
          </ac:spMkLst>
        </pc:spChg>
        <pc:spChg chg="mod">
          <ac:chgData name="Chou Andrew" userId="f7df3c4dcc17044c" providerId="Windows Live" clId="Web-{31052A4D-4951-45DE-AFB3-A52A00E210FC}" dt="2021-01-26T09:24:32.867" v="1932" actId="20577"/>
          <ac:spMkLst>
            <pc:docMk/>
            <pc:sldMk cId="2053298225" sldId="309"/>
            <ac:spMk id="3" creationId="{E35C2B4D-3D3A-4292-B66B-8C388540E6E1}"/>
          </ac:spMkLst>
        </pc:spChg>
        <pc:picChg chg="add del mod">
          <ac:chgData name="Chou Andrew" userId="f7df3c4dcc17044c" providerId="Windows Live" clId="Web-{31052A4D-4951-45DE-AFB3-A52A00E210FC}" dt="2021-01-26T09:24:21.851" v="1927"/>
          <ac:picMkLst>
            <pc:docMk/>
            <pc:sldMk cId="2053298225" sldId="309"/>
            <ac:picMk id="5" creationId="{5F8D0073-3C1B-4FCC-BE13-3E7CC89A8843}"/>
          </ac:picMkLst>
        </pc:picChg>
        <pc:picChg chg="add mod">
          <ac:chgData name="Chou Andrew" userId="f7df3c4dcc17044c" providerId="Windows Live" clId="Web-{31052A4D-4951-45DE-AFB3-A52A00E210FC}" dt="2021-01-26T09:24:51.508" v="1937" actId="14100"/>
          <ac:picMkLst>
            <pc:docMk/>
            <pc:sldMk cId="2053298225" sldId="309"/>
            <ac:picMk id="6" creationId="{C7C539DC-5828-4098-8526-BAFA9CCBE805}"/>
          </ac:picMkLst>
        </pc:picChg>
      </pc:sldChg>
      <pc:sldChg chg="addSp delSp modSp new">
        <pc:chgData name="Chou Andrew" userId="f7df3c4dcc17044c" providerId="Windows Live" clId="Web-{31052A4D-4951-45DE-AFB3-A52A00E210FC}" dt="2021-01-26T09:25:42.931" v="1949" actId="14100"/>
        <pc:sldMkLst>
          <pc:docMk/>
          <pc:sldMk cId="471034218" sldId="310"/>
        </pc:sldMkLst>
        <pc:spChg chg="mod">
          <ac:chgData name="Chou Andrew" userId="f7df3c4dcc17044c" providerId="Windows Live" clId="Web-{31052A4D-4951-45DE-AFB3-A52A00E210FC}" dt="2021-01-26T09:25:37.837" v="1947" actId="20577"/>
          <ac:spMkLst>
            <pc:docMk/>
            <pc:sldMk cId="471034218" sldId="310"/>
            <ac:spMk id="2" creationId="{7B92A533-F156-4BC3-A506-A605DC9ED5C4}"/>
          </ac:spMkLst>
        </pc:spChg>
        <pc:spChg chg="del">
          <ac:chgData name="Chou Andrew" userId="f7df3c4dcc17044c" providerId="Windows Live" clId="Web-{31052A4D-4951-45DE-AFB3-A52A00E210FC}" dt="2021-01-26T09:25:24.962" v="1942"/>
          <ac:spMkLst>
            <pc:docMk/>
            <pc:sldMk cId="471034218" sldId="310"/>
            <ac:spMk id="3" creationId="{24177DCA-CD35-4952-B978-6A29BABE47DF}"/>
          </ac:spMkLst>
        </pc:spChg>
        <pc:picChg chg="add mod ord">
          <ac:chgData name="Chou Andrew" userId="f7df3c4dcc17044c" providerId="Windows Live" clId="Web-{31052A4D-4951-45DE-AFB3-A52A00E210FC}" dt="2021-01-26T09:25:42.931" v="1949" actId="14100"/>
          <ac:picMkLst>
            <pc:docMk/>
            <pc:sldMk cId="471034218" sldId="310"/>
            <ac:picMk id="5" creationId="{4231A5C8-84EF-427F-AC86-BC1C0A239ACD}"/>
          </ac:picMkLst>
        </pc:picChg>
      </pc:sldChg>
      <pc:sldChg chg="modSp new">
        <pc:chgData name="Chou Andrew" userId="f7df3c4dcc17044c" providerId="Windows Live" clId="Web-{31052A4D-4951-45DE-AFB3-A52A00E210FC}" dt="2021-01-26T09:29:20.296" v="2042" actId="20577"/>
        <pc:sldMkLst>
          <pc:docMk/>
          <pc:sldMk cId="2771579077" sldId="311"/>
        </pc:sldMkLst>
        <pc:spChg chg="mod">
          <ac:chgData name="Chou Andrew" userId="f7df3c4dcc17044c" providerId="Windows Live" clId="Web-{31052A4D-4951-45DE-AFB3-A52A00E210FC}" dt="2021-01-26T09:26:17.448" v="1951" actId="20577"/>
          <ac:spMkLst>
            <pc:docMk/>
            <pc:sldMk cId="2771579077" sldId="311"/>
            <ac:spMk id="2" creationId="{E93BBCE7-E80A-4BCB-8E0C-E170816BB1D0}"/>
          </ac:spMkLst>
        </pc:spChg>
        <pc:spChg chg="mod">
          <ac:chgData name="Chou Andrew" userId="f7df3c4dcc17044c" providerId="Windows Live" clId="Web-{31052A4D-4951-45DE-AFB3-A52A00E210FC}" dt="2021-01-26T09:29:20.296" v="2042" actId="20577"/>
          <ac:spMkLst>
            <pc:docMk/>
            <pc:sldMk cId="2771579077" sldId="311"/>
            <ac:spMk id="3" creationId="{E8B75A05-6315-4546-BE83-CC7B0F7FB4DC}"/>
          </ac:spMkLst>
        </pc:spChg>
      </pc:sldChg>
      <pc:sldChg chg="modSp new">
        <pc:chgData name="Chou Andrew" userId="f7df3c4dcc17044c" providerId="Windows Live" clId="Web-{31052A4D-4951-45DE-AFB3-A52A00E210FC}" dt="2021-01-26T09:35:59.820" v="2276" actId="20577"/>
        <pc:sldMkLst>
          <pc:docMk/>
          <pc:sldMk cId="76306549" sldId="312"/>
        </pc:sldMkLst>
        <pc:spChg chg="mod">
          <ac:chgData name="Chou Andrew" userId="f7df3c4dcc17044c" providerId="Windows Live" clId="Web-{31052A4D-4951-45DE-AFB3-A52A00E210FC}" dt="2021-01-26T09:29:30.218" v="2044" actId="20577"/>
          <ac:spMkLst>
            <pc:docMk/>
            <pc:sldMk cId="76306549" sldId="312"/>
            <ac:spMk id="2" creationId="{44D0637E-5E36-4B61-A9CD-5B78F33F7B36}"/>
          </ac:spMkLst>
        </pc:spChg>
        <pc:spChg chg="mod">
          <ac:chgData name="Chou Andrew" userId="f7df3c4dcc17044c" providerId="Windows Live" clId="Web-{31052A4D-4951-45DE-AFB3-A52A00E210FC}" dt="2021-01-26T09:35:59.820" v="2276" actId="20577"/>
          <ac:spMkLst>
            <pc:docMk/>
            <pc:sldMk cId="76306549" sldId="312"/>
            <ac:spMk id="3" creationId="{4FC23B1A-05C5-4F43-BF0F-859DB6FA52DA}"/>
          </ac:spMkLst>
        </pc:spChg>
      </pc:sldChg>
      <pc:sldChg chg="modSp new">
        <pc:chgData name="Chou Andrew" userId="f7df3c4dcc17044c" providerId="Windows Live" clId="Web-{31052A4D-4951-45DE-AFB3-A52A00E210FC}" dt="2021-01-26T09:46:03.099" v="2587" actId="20577"/>
        <pc:sldMkLst>
          <pc:docMk/>
          <pc:sldMk cId="2836855448" sldId="313"/>
        </pc:sldMkLst>
        <pc:spChg chg="mod">
          <ac:chgData name="Chou Andrew" userId="f7df3c4dcc17044c" providerId="Windows Live" clId="Web-{31052A4D-4951-45DE-AFB3-A52A00E210FC}" dt="2021-01-26T09:36:09.055" v="2278" actId="20577"/>
          <ac:spMkLst>
            <pc:docMk/>
            <pc:sldMk cId="2836855448" sldId="313"/>
            <ac:spMk id="2" creationId="{0E18F7BA-25DD-4BE5-9D04-32DB1AAEA450}"/>
          </ac:spMkLst>
        </pc:spChg>
        <pc:spChg chg="mod">
          <ac:chgData name="Chou Andrew" userId="f7df3c4dcc17044c" providerId="Windows Live" clId="Web-{31052A4D-4951-45DE-AFB3-A52A00E210FC}" dt="2021-01-26T09:46:03.099" v="2587" actId="20577"/>
          <ac:spMkLst>
            <pc:docMk/>
            <pc:sldMk cId="2836855448" sldId="313"/>
            <ac:spMk id="3" creationId="{6BF3ED87-8919-4B62-A751-A8EF03415651}"/>
          </ac:spMkLst>
        </pc:spChg>
      </pc:sldChg>
      <pc:sldChg chg="addSp delSp modSp new">
        <pc:chgData name="Chou Andrew" userId="f7df3c4dcc17044c" providerId="Windows Live" clId="Web-{31052A4D-4951-45DE-AFB3-A52A00E210FC}" dt="2021-01-26T09:46:39.662" v="2594" actId="1076"/>
        <pc:sldMkLst>
          <pc:docMk/>
          <pc:sldMk cId="4042347390" sldId="314"/>
        </pc:sldMkLst>
        <pc:spChg chg="del">
          <ac:chgData name="Chou Andrew" userId="f7df3c4dcc17044c" providerId="Windows Live" clId="Web-{31052A4D-4951-45DE-AFB3-A52A00E210FC}" dt="2021-01-26T09:46:22.990" v="2589"/>
          <ac:spMkLst>
            <pc:docMk/>
            <pc:sldMk cId="4042347390" sldId="314"/>
            <ac:spMk id="2" creationId="{97AAB64D-3FE5-4886-8E4A-BBAC947E6D07}"/>
          </ac:spMkLst>
        </pc:spChg>
        <pc:spChg chg="del">
          <ac:chgData name="Chou Andrew" userId="f7df3c4dcc17044c" providerId="Windows Live" clId="Web-{31052A4D-4951-45DE-AFB3-A52A00E210FC}" dt="2021-01-26T09:46:24.631" v="2590"/>
          <ac:spMkLst>
            <pc:docMk/>
            <pc:sldMk cId="4042347390" sldId="314"/>
            <ac:spMk id="3" creationId="{6B734E39-665A-45B5-A349-6782716EE868}"/>
          </ac:spMkLst>
        </pc:spChg>
        <pc:picChg chg="add mod">
          <ac:chgData name="Chou Andrew" userId="f7df3c4dcc17044c" providerId="Windows Live" clId="Web-{31052A4D-4951-45DE-AFB3-A52A00E210FC}" dt="2021-01-26T09:46:39.662" v="2594" actId="1076"/>
          <ac:picMkLst>
            <pc:docMk/>
            <pc:sldMk cId="4042347390" sldId="314"/>
            <ac:picMk id="5" creationId="{13C90F93-FAAD-43F4-B90E-8B0519D3A6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8883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B4554F2B-4BCF-4197-901F-D7CA0C5C3346}" type="datetimeFigureOut">
              <a:rPr lang="en-US" dirty="0"/>
              <a:t>1/27/2021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95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1F21A-8405-4DA5-BEAC-3D4CC71D54EA}" type="datetimeFigureOut">
              <a:rPr lang="en-US" dirty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534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5F84-9683-4B1B-940C-516296C3B9E2}" type="datetimeFigureOut">
              <a:rPr lang="en-US" dirty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12688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B2AD-074C-4247-B20E-4BA1D1B80702}" type="datetimeFigureOut">
              <a:rPr lang="en-US" dirty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745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26FB-39E8-4A97-A330-257F2E3058A9}" type="datetimeFigureOut">
              <a:rPr lang="en-US" dirty="0"/>
              <a:t>1/27/2021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8132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405D-5078-464B-95D5-AD1D787A29C3}" type="datetimeFigureOut">
              <a:rPr lang="en-US" dirty="0"/>
              <a:t>1/27/2021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6550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5EF8-B59A-48DF-A116-AFDAD4B003AB}" type="datetimeFigureOut">
              <a:rPr lang="en-US" dirty="0"/>
              <a:t>1/27/2021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039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AEE7-DB1F-4DD1-9290-70ECE3C49600}" type="datetimeFigureOut">
              <a:rPr lang="en-US" dirty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958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F845D-AA64-4C6F-B170-8AA45DD4B329}" type="datetimeFigureOut">
              <a:rPr lang="en-US" dirty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1330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8BB0-1F20-4C6B-A56C-896A9F73FB4A}" type="datetimeFigureOut">
              <a:rPr lang="en-US" dirty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4292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C60DA-11B7-472A-AFEF-07FB059A27D8}" type="datetimeFigureOut">
              <a:rPr lang="en-US" dirty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6775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28077EF-3DB9-4852-A8C8-9AA18A70A9F8}" type="datetimeFigureOut">
              <a:rPr lang="en-US" dirty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0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323528" y="1412776"/>
            <a:ext cx="8496944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4500" dirty="0">
                <a:ea typeface="+mj-lt"/>
                <a:cs typeface="+mj-lt"/>
                <a:sym typeface="Times New Roman"/>
              </a:rPr>
              <a:t>Saliency Detection: </a:t>
            </a:r>
            <a:br>
              <a:rPr lang="en-US" sz="4500" dirty="0">
                <a:ea typeface="+mj-lt"/>
                <a:cs typeface="+mj-lt"/>
                <a:sym typeface="Times New Roman"/>
              </a:rPr>
            </a:br>
            <a:r>
              <a:rPr lang="en-US" sz="4500" dirty="0">
                <a:ea typeface="+mj-lt"/>
                <a:cs typeface="+mj-lt"/>
                <a:sym typeface="Times New Roman"/>
              </a:rPr>
              <a:t>A Spectral Residual Approach</a:t>
            </a:r>
            <a:endParaRPr lang="zh-TW" altLang="en-US"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28311" y="3861048"/>
            <a:ext cx="9038163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800" dirty="0" err="1">
                <a:ea typeface="+mn-lt"/>
                <a:cs typeface="+mn-lt"/>
                <a:sym typeface="Times New Roman"/>
              </a:rPr>
              <a:t>Xiaodi</a:t>
            </a:r>
            <a:r>
              <a:rPr lang="en-US" sz="1800" dirty="0">
                <a:ea typeface="+mn-lt"/>
                <a:cs typeface="+mn-lt"/>
                <a:sym typeface="Times New Roman"/>
              </a:rPr>
              <a:t> Hou and </a:t>
            </a:r>
            <a:r>
              <a:rPr lang="en-US" sz="1800" dirty="0" err="1">
                <a:ea typeface="+mn-lt"/>
                <a:cs typeface="+mn-lt"/>
                <a:sym typeface="DFKai-SB"/>
              </a:rPr>
              <a:t>Liqing</a:t>
            </a:r>
            <a:r>
              <a:rPr lang="en-US" sz="1800" dirty="0">
                <a:ea typeface="+mn-lt"/>
                <a:cs typeface="+mn-lt"/>
                <a:sym typeface="DFKai-SB"/>
              </a:rPr>
              <a:t> Zhang</a:t>
            </a:r>
          </a:p>
          <a:p>
            <a:pPr algn="ctr">
              <a:spcBef>
                <a:spcPts val="0"/>
              </a:spcBef>
            </a:pPr>
            <a:r>
              <a:rPr lang="en-US" altLang="zh-TW" sz="1400" dirty="0"/>
              <a:t>Department of Computer Science, Shanghai Jiao Tong University No.800, </a:t>
            </a:r>
            <a:r>
              <a:rPr lang="en-US" altLang="zh-TW" sz="1400" dirty="0" err="1"/>
              <a:t>Dongchuan</a:t>
            </a:r>
            <a:r>
              <a:rPr lang="en-US" altLang="zh-TW" sz="1400" dirty="0"/>
              <a:t> Road, Shanghai </a:t>
            </a:r>
            <a:endParaRPr lang="zh-TW" sz="14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F5D6BE-0690-42FC-8880-B95F9558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F4D24F-F03D-4564-B33E-C5925392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1. Introduction</a:t>
            </a:r>
            <a:endParaRPr 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9B354A-B8C6-40E8-8BB2-5007B1752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sz="1600" dirty="0">
                <a:ea typeface="+mn-lt"/>
              </a:rPr>
              <a:t>如何做到</a:t>
            </a:r>
            <a:r>
              <a:rPr lang="en-US" altLang="zh-TW" sz="1600" dirty="0">
                <a:ea typeface="+mn-lt"/>
              </a:rPr>
              <a:t>object detection?</a:t>
            </a:r>
            <a:endParaRPr lang="en-US" altLang="zh-TW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</a:t>
            </a:r>
            <a:r>
              <a:rPr lang="zh-TW" sz="1600" dirty="0">
                <a:ea typeface="新細明體"/>
              </a:rPr>
              <a:t>Traditional models為提取</a:t>
            </a:r>
            <a:r>
              <a:rPr lang="en-US" altLang="zh-TW" sz="1600" dirty="0">
                <a:ea typeface="新細明體"/>
              </a:rPr>
              <a:t>target</a:t>
            </a:r>
            <a:r>
              <a:rPr lang="zh-TW" altLang="en-US" sz="1600" dirty="0">
                <a:ea typeface="新細明體"/>
              </a:rPr>
              <a:t>的</a:t>
            </a:r>
            <a:r>
              <a:rPr lang="zh-TW" sz="1600" dirty="0">
                <a:ea typeface="新細明體"/>
              </a:rPr>
              <a:t>featrues</a:t>
            </a:r>
            <a:r>
              <a:rPr lang="zh-TW" altLang="en-US" sz="1600" dirty="0">
                <a:ea typeface="新細明體"/>
              </a:rPr>
              <a:t>，再轉換為特定類別，</a:t>
            </a:r>
            <a:r>
              <a:rPr lang="zh-TW" sz="1600" dirty="0">
                <a:ea typeface="新細明體"/>
              </a:rPr>
              <a:t>並經過training，</a:t>
            </a:r>
            <a:r>
              <a:rPr lang="zh-TW" altLang="en-US" sz="1600" dirty="0">
                <a:ea typeface="新細明體"/>
              </a:rPr>
              <a:t>這樣的模式</a:t>
            </a:r>
            <a:r>
              <a:rPr lang="zh-TW" sz="1600" dirty="0">
                <a:ea typeface="新細明體"/>
              </a:rPr>
              <a:t>無法使用在較廣義的問題上</a:t>
            </a:r>
            <a:r>
              <a:rPr lang="zh-TW" altLang="en-US" sz="1600" dirty="0">
                <a:ea typeface="新細明體"/>
              </a:rPr>
              <a:t>，只能針對設計者根據目的設計。換句話說，</a:t>
            </a:r>
            <a:r>
              <a:rPr lang="en-US" altLang="zh-TW" sz="1600" dirty="0">
                <a:ea typeface="新細明體"/>
              </a:rPr>
              <a:t>saliency detector</a:t>
            </a:r>
            <a:r>
              <a:rPr lang="zh-TW" altLang="en-US" sz="1600" dirty="0">
                <a:ea typeface="新細明體"/>
              </a:rPr>
              <a:t>只需</a:t>
            </a:r>
            <a:r>
              <a:rPr lang="en-US" altLang="zh-TW" sz="1600" dirty="0">
                <a:ea typeface="新細明體"/>
              </a:rPr>
              <a:t>objects</a:t>
            </a:r>
            <a:r>
              <a:rPr lang="zh-TW" altLang="en-US" sz="1600" dirty="0">
                <a:ea typeface="新細明體"/>
              </a:rPr>
              <a:t>最低限度的</a:t>
            </a:r>
            <a:r>
              <a:rPr lang="en-US" altLang="zh-TW" sz="1600" dirty="0">
                <a:ea typeface="新細明體"/>
              </a:rPr>
              <a:t>statistical knowledge</a:t>
            </a:r>
            <a:r>
              <a:rPr lang="zh-TW" altLang="en-US" sz="1600" dirty="0">
                <a:ea typeface="新細明體"/>
              </a:rPr>
              <a:t>就可以實施了。對於廣義問題</a:t>
            </a:r>
            <a:r>
              <a:rPr lang="zh-TW" sz="1600" dirty="0">
                <a:ea typeface="新細明體"/>
              </a:rPr>
              <a:t>就可用saliency detection 。</a:t>
            </a:r>
            <a:endParaRPr lang="zh-TW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zh-TW" sz="1600" dirty="0">
                <a:ea typeface="新細明體"/>
              </a:rPr>
              <a:t>如何實施saliency detection </a:t>
            </a:r>
            <a:r>
              <a:rPr lang="en-US" altLang="zh-TW" sz="1600" dirty="0">
                <a:ea typeface="+mn-lt"/>
              </a:rPr>
              <a:t>?</a:t>
            </a:r>
            <a:r>
              <a:rPr lang="zh-TW" altLang="en-US" sz="1600" dirty="0">
                <a:ea typeface="+mn-lt"/>
              </a:rPr>
              <a:t>通常有兩步驟</a:t>
            </a:r>
            <a:r>
              <a:rPr lang="en-US" altLang="zh-TW" sz="1600" dirty="0">
                <a:ea typeface="+mn-lt"/>
              </a:rPr>
              <a:t>:</a:t>
            </a:r>
            <a:endParaRPr lang="zh-TW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TW" sz="1600" dirty="0">
                <a:ea typeface="+mn-lt"/>
              </a:rPr>
              <a:t>1.pre-attentive process(parallel, fast, but simple)</a:t>
            </a:r>
            <a:endParaRPr lang="zh-TW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TW" sz="1600" dirty="0">
                <a:ea typeface="+mn-lt"/>
                <a:cs typeface="+mn-lt"/>
              </a:rPr>
              <a:t>2.</a:t>
            </a:r>
            <a:r>
              <a:rPr lang="en-US" altLang="zh-TW" sz="1600" dirty="0">
                <a:ea typeface="+mn-lt"/>
              </a:rPr>
              <a:t>attention process(serial, slow, but complex)</a:t>
            </a:r>
            <a:endParaRPr lang="zh-TW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63AF54-7CEF-48BF-98EE-8AD2FF8A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3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958D47-F071-4E0B-89FE-A27199A78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843378"/>
            <a:ext cx="6446520" cy="53277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在</a:t>
            </a:r>
            <a:r>
              <a:rPr lang="en-US" sz="1600" dirty="0">
                <a:ea typeface="新細明體"/>
              </a:rPr>
              <a:t>pre-attentive</a:t>
            </a:r>
            <a:r>
              <a:rPr lang="zh-CN" altLang="en-US" sz="1600" dirty="0">
                <a:ea typeface="新細明體"/>
              </a:rPr>
              <a:t>階段，</a:t>
            </a:r>
            <a:r>
              <a:rPr lang="zh-CN" sz="1600" dirty="0">
                <a:ea typeface="+mn-lt"/>
                <a:cs typeface="+mn-lt"/>
              </a:rPr>
              <a:t>low level features</a:t>
            </a:r>
            <a:r>
              <a:rPr lang="en-US" altLang="zh-CN" sz="1600" dirty="0">
                <a:ea typeface="+mn-lt"/>
                <a:cs typeface="+mn-lt"/>
              </a:rPr>
              <a:t>(</a:t>
            </a:r>
            <a:r>
              <a:rPr lang="en-US" sz="1600" dirty="0">
                <a:ea typeface="+mn-lt"/>
                <a:cs typeface="+mn-lt"/>
              </a:rPr>
              <a:t>orientation, edges, or intensities)</a:t>
            </a:r>
            <a:r>
              <a:rPr lang="zh-TW" altLang="en-US" sz="1600" dirty="0">
                <a:ea typeface="+mn-lt"/>
                <a:cs typeface="+mn-lt"/>
              </a:rPr>
              <a:t>就可被提出。</a:t>
            </a: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從</a:t>
            </a:r>
            <a:r>
              <a:rPr lang="zh-TW" sz="1600" dirty="0">
                <a:ea typeface="+mn-lt"/>
                <a:cs typeface="+mn-lt"/>
              </a:rPr>
              <a:t>object detection觀點來</a:t>
            </a:r>
            <a:r>
              <a:rPr lang="zh-TW" altLang="en-US" sz="1600" dirty="0">
                <a:ea typeface="+mn-lt"/>
                <a:cs typeface="+mn-lt"/>
              </a:rPr>
              <a:t>看上述這些features就有可能是objects，稱它們為candidate。</a:t>
            </a: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而為了確定candidate這些已被辨識出的物體是否為真實物體，</a:t>
            </a:r>
            <a:r>
              <a:rPr lang="zh-TW" sz="1600" dirty="0">
                <a:ea typeface="+mn-lt"/>
                <a:cs typeface="+mn-lt"/>
              </a:rPr>
              <a:t>Rensink</a:t>
            </a:r>
            <a:r>
              <a:rPr lang="zh-TW" altLang="en-US" sz="1600" dirty="0">
                <a:ea typeface="+mn-lt"/>
                <a:cs typeface="+mn-lt"/>
              </a:rPr>
              <a:t>‘s </a:t>
            </a:r>
            <a:r>
              <a:rPr lang="zh-TW" sz="1600" dirty="0">
                <a:ea typeface="+mn-lt"/>
                <a:cs typeface="+mn-lt"/>
              </a:rPr>
              <a:t>coherence theory中提出</a:t>
            </a:r>
            <a:r>
              <a:rPr lang="zh-TW" altLang="en-US" sz="1600" dirty="0">
                <a:ea typeface="+mn-lt"/>
                <a:cs typeface="+mn-lt"/>
              </a:rPr>
              <a:t>了</a:t>
            </a:r>
            <a:r>
              <a:rPr lang="zh-TW" sz="1600" dirty="0">
                <a:ea typeface="+mn-lt"/>
                <a:cs typeface="+mn-lt"/>
              </a:rPr>
              <a:t>proto</a:t>
            </a:r>
            <a:r>
              <a:rPr lang="en-US" altLang="zh-TW" sz="1600" dirty="0">
                <a:ea typeface="+mn-lt"/>
                <a:cs typeface="+mn-lt"/>
              </a:rPr>
              <a:t>-</a:t>
            </a:r>
            <a:r>
              <a:rPr lang="zh-TW" sz="1600" dirty="0">
                <a:ea typeface="+mn-lt"/>
                <a:cs typeface="+mn-lt"/>
              </a:rPr>
              <a:t>objects</a:t>
            </a:r>
            <a:r>
              <a:rPr lang="zh-TW" altLang="en-US" sz="1600" dirty="0">
                <a:ea typeface="+mn-lt"/>
                <a:cs typeface="+mn-lt"/>
              </a:rPr>
              <a:t>的概念。</a:t>
            </a:r>
            <a:endParaRPr lang="zh-TW" altLang="en-US" sz="1600" dirty="0">
              <a:ea typeface="新細明體"/>
            </a:endParaRP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為找到proto</a:t>
            </a:r>
            <a:r>
              <a:rPr lang="en-US" altLang="zh-TW" sz="1600" dirty="0">
                <a:ea typeface="新細明體"/>
              </a:rPr>
              <a:t>-</a:t>
            </a:r>
            <a:r>
              <a:rPr lang="zh-TW" altLang="en-US" sz="1600" dirty="0">
                <a:ea typeface="新細明體"/>
              </a:rPr>
              <a:t>objects，</a:t>
            </a:r>
            <a:r>
              <a:rPr lang="zh-TW" sz="1600" dirty="0">
                <a:ea typeface="+mn-lt"/>
                <a:cs typeface="+mn-lt"/>
              </a:rPr>
              <a:t>Itti and Koch</a:t>
            </a:r>
            <a:r>
              <a:rPr lang="zh-TW" altLang="en-US" sz="1600" dirty="0">
                <a:ea typeface="+mn-lt"/>
                <a:cs typeface="+mn-lt"/>
              </a:rPr>
              <a:t>基於</a:t>
            </a:r>
            <a:r>
              <a:rPr lang="zh-TW" sz="1600" dirty="0">
                <a:ea typeface="+mn-lt"/>
                <a:cs typeface="+mn-lt"/>
              </a:rPr>
              <a:t>Treisman’s integration theory</a:t>
            </a:r>
            <a:r>
              <a:rPr lang="zh-TW" altLang="en-US" sz="1600" dirty="0">
                <a:ea typeface="+mn-lt"/>
                <a:cs typeface="+mn-lt"/>
              </a:rPr>
              <a:t>提出</a:t>
            </a:r>
            <a:r>
              <a:rPr lang="zh-TW" sz="1600" dirty="0">
                <a:ea typeface="+mn-lt"/>
                <a:cs typeface="+mn-lt"/>
              </a:rPr>
              <a:t>saliency model</a:t>
            </a:r>
            <a:r>
              <a:rPr lang="zh-TW" altLang="en-US" sz="1600" dirty="0">
                <a:ea typeface="+mn-lt"/>
                <a:cs typeface="+mn-lt"/>
              </a:rPr>
              <a:t>來模擬人類視覺搜索</a:t>
            </a:r>
            <a:r>
              <a:rPr lang="zh-TW" altLang="en-US" sz="1600" dirty="0">
                <a:ea typeface="新細明體"/>
              </a:rPr>
              <a:t>的過程。近期</a:t>
            </a:r>
            <a:r>
              <a:rPr lang="zh-TW" sz="1600" dirty="0">
                <a:ea typeface="+mn-lt"/>
                <a:cs typeface="+mn-lt"/>
              </a:rPr>
              <a:t>Walther</a:t>
            </a:r>
            <a:r>
              <a:rPr lang="zh-TW" altLang="en-US" sz="1600" dirty="0">
                <a:ea typeface="+mn-lt"/>
                <a:cs typeface="+mn-lt"/>
              </a:rPr>
              <a:t>擴展該model並應用在</a:t>
            </a:r>
            <a:r>
              <a:rPr lang="zh-TW" sz="1600" dirty="0">
                <a:ea typeface="+mn-lt"/>
                <a:cs typeface="+mn-lt"/>
              </a:rPr>
              <a:t>object</a:t>
            </a:r>
            <a:r>
              <a:rPr lang="zh-TW" altLang="en-US" sz="1600" dirty="0">
                <a:ea typeface="新細明體"/>
                <a:cs typeface="+mn-lt"/>
              </a:rPr>
              <a:t> </a:t>
            </a:r>
            <a:r>
              <a:rPr lang="zh-TW" sz="1600" dirty="0">
                <a:ea typeface="+mn-lt"/>
                <a:cs typeface="+mn-lt"/>
              </a:rPr>
              <a:t>recognition</a:t>
            </a:r>
            <a:r>
              <a:rPr lang="zh-TW" altLang="en-US" sz="1600" dirty="0">
                <a:ea typeface="+mn-lt"/>
                <a:cs typeface="+mn-lt"/>
              </a:rPr>
              <a:t>，但這些模型在計算上都有很高的成本。</a:t>
            </a:r>
            <a:endParaRPr lang="zh-TW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25E9EE-B030-4FB7-B920-F633C30E5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3</a:t>
            </a:fld>
            <a:endParaRPr 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888384A-D897-493D-9AA1-C2E881789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94" y="4257351"/>
            <a:ext cx="3463489" cy="140452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9B9DD10-79DE-4B96-9347-C3F23C391A07}"/>
              </a:ext>
            </a:extLst>
          </p:cNvPr>
          <p:cNvSpPr txBox="1"/>
          <p:nvPr/>
        </p:nvSpPr>
        <p:spPr>
          <a:xfrm>
            <a:off x="1971929" y="6171173"/>
            <a:ext cx="42591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dirty="0"/>
              <a:t>https://medium.com/@jonmyers/design-seeing-without-thinking-783d018bb82f</a:t>
            </a:r>
            <a:endParaRPr lang="zh-TW" altLang="en-US" sz="9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A1955B-C1B5-4122-A535-2C2C85616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831" y="4257350"/>
            <a:ext cx="3120179" cy="140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0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FAD6F2-7135-4BF4-A303-15F2E615F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863" y="639193"/>
            <a:ext cx="6446520" cy="52433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大多</a:t>
            </a:r>
            <a:r>
              <a:rPr lang="zh-TW" sz="1600" dirty="0">
                <a:ea typeface="+mn-lt"/>
                <a:cs typeface="+mn-lt"/>
              </a:rPr>
              <a:t>detection models</a:t>
            </a:r>
            <a:r>
              <a:rPr lang="zh-TW" altLang="en-US" sz="1600" dirty="0">
                <a:ea typeface="+mn-lt"/>
                <a:cs typeface="+mn-lt"/>
              </a:rPr>
              <a:t>著重在</a:t>
            </a:r>
            <a:r>
              <a:rPr lang="zh-TW" sz="1600" dirty="0">
                <a:ea typeface="+mn-lt"/>
                <a:cs typeface="+mn-lt"/>
              </a:rPr>
              <a:t>target objects</a:t>
            </a:r>
            <a:r>
              <a:rPr lang="zh-TW" altLang="en-US" sz="1600" dirty="0">
                <a:ea typeface="+mn-lt"/>
                <a:cs typeface="+mn-lt"/>
              </a:rPr>
              <a:t>的</a:t>
            </a:r>
            <a:r>
              <a:rPr lang="zh-TW" sz="1600" dirty="0">
                <a:ea typeface="+mn-lt"/>
                <a:cs typeface="+mn-lt"/>
              </a:rPr>
              <a:t>properties</a:t>
            </a:r>
            <a:r>
              <a:rPr lang="zh-TW" altLang="en-US" sz="1600" dirty="0">
                <a:ea typeface="+mn-lt"/>
                <a:cs typeface="+mn-lt"/>
              </a:rPr>
              <a:t>上，但</a:t>
            </a:r>
            <a:r>
              <a:rPr lang="zh-TW" sz="1600" dirty="0">
                <a:ea typeface="+mn-lt"/>
                <a:cs typeface="+mn-lt"/>
              </a:rPr>
              <a:t>general properties</a:t>
            </a:r>
            <a:r>
              <a:rPr lang="zh-TW" altLang="en-US" sz="1600" dirty="0">
                <a:ea typeface="+mn-lt"/>
                <a:cs typeface="+mn-lt"/>
              </a:rPr>
              <a:t>在各類objects上不太可能存在。本文提出另一種想法，找尋</a:t>
            </a:r>
            <a:r>
              <a:rPr lang="en-US" altLang="zh-TW" sz="1600" dirty="0">
                <a:ea typeface="+mn-lt"/>
                <a:cs typeface="+mn-lt"/>
              </a:rPr>
              <a:t>backgrounds</a:t>
            </a:r>
            <a:r>
              <a:rPr lang="zh-TW" altLang="en-US" sz="1600" dirty="0">
                <a:ea typeface="+mn-lt"/>
                <a:cs typeface="+mn-lt"/>
              </a:rPr>
              <a:t>的</a:t>
            </a:r>
            <a:r>
              <a:rPr lang="zh-TW" sz="1600" dirty="0">
                <a:ea typeface="+mn-lt"/>
                <a:cs typeface="+mn-lt"/>
              </a:rPr>
              <a:t>properties</a:t>
            </a:r>
            <a:r>
              <a:rPr lang="zh-TW" altLang="en-US" sz="1600" dirty="0">
                <a:ea typeface="+mn-lt"/>
                <a:cs typeface="+mn-lt"/>
              </a:rPr>
              <a:t>。</a:t>
            </a: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</a:t>
            </a:r>
            <a:r>
              <a:rPr lang="en-US" altLang="zh-TW" sz="1600" dirty="0">
                <a:ea typeface="新細明體"/>
              </a:rPr>
              <a:t>In </a:t>
            </a:r>
            <a:r>
              <a:rPr lang="zh-TW" altLang="en-US" sz="1600" dirty="0">
                <a:ea typeface="新細明體"/>
              </a:rPr>
              <a:t>Sec2.提出</a:t>
            </a:r>
            <a:r>
              <a:rPr lang="zh-TW" sz="1600" dirty="0">
                <a:ea typeface="+mn-lt"/>
                <a:cs typeface="+mn-lt"/>
              </a:rPr>
              <a:t>spectral residual</a:t>
            </a:r>
            <a:r>
              <a:rPr lang="zh-TW" altLang="en-US" sz="1600" dirty="0">
                <a:ea typeface="+mn-lt"/>
                <a:cs typeface="+mn-lt"/>
              </a:rPr>
              <a:t>，從</a:t>
            </a:r>
            <a:r>
              <a:rPr lang="zh-TW" sz="1600" dirty="0">
                <a:ea typeface="+mn-lt"/>
                <a:cs typeface="+mn-lt"/>
              </a:rPr>
              <a:t>natural image的統計</a:t>
            </a:r>
            <a:r>
              <a:rPr lang="zh-TW" altLang="en-US" sz="1600" dirty="0">
                <a:ea typeface="+mn-lt"/>
                <a:cs typeface="+mn-lt"/>
              </a:rPr>
              <a:t>原理，作者提出</a:t>
            </a:r>
            <a:r>
              <a:rPr lang="zh-TW" sz="1600" dirty="0">
                <a:ea typeface="+mn-lt"/>
                <a:cs typeface="+mn-lt"/>
              </a:rPr>
              <a:t>front-end method來模擬</a:t>
            </a:r>
            <a:r>
              <a:rPr lang="en-US" altLang="zh-TW" sz="1600" dirty="0">
                <a:ea typeface="+mn-lt"/>
                <a:cs typeface="+mn-lt"/>
              </a:rPr>
              <a:t>pre-attentive</a:t>
            </a:r>
            <a:r>
              <a:rPr lang="zh-TW" altLang="en-US" sz="1600" dirty="0">
                <a:ea typeface="+mn-lt"/>
                <a:cs typeface="+mn-lt"/>
              </a:rPr>
              <a:t> </a:t>
            </a:r>
            <a:r>
              <a:rPr lang="en-US" altLang="zh-TW" sz="1600" dirty="0">
                <a:ea typeface="+mn-lt"/>
                <a:cs typeface="+mn-lt"/>
              </a:rPr>
              <a:t>visual</a:t>
            </a:r>
            <a:r>
              <a:rPr lang="zh-TW" sz="1600" dirty="0">
                <a:ea typeface="+mn-lt"/>
                <a:cs typeface="+mn-lt"/>
              </a:rPr>
              <a:t> </a:t>
            </a:r>
            <a:r>
              <a:rPr lang="en-US" altLang="zh-TW" sz="1600" dirty="0">
                <a:ea typeface="+mn-lt"/>
                <a:cs typeface="+mn-lt"/>
              </a:rPr>
              <a:t>search。</a:t>
            </a:r>
          </a:p>
          <a:p>
            <a:pPr marL="0" indent="0">
              <a:buNone/>
            </a:pPr>
            <a:endParaRPr lang="en-US" altLang="zh-TW" sz="16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altLang="zh-TW" sz="1600" dirty="0">
              <a:ea typeface="+mn-lt"/>
              <a:cs typeface="+mn-lt"/>
            </a:endParaRPr>
          </a:p>
          <a:p>
            <a:pPr marL="0" indent="0">
              <a:buNone/>
            </a:pPr>
            <a:endParaRPr lang="zh-TW" altLang="en-US" sz="16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altLang="zh-TW" sz="1600" dirty="0">
              <a:ea typeface="新細明體"/>
            </a:endParaRP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</a:t>
            </a:r>
            <a:r>
              <a:rPr lang="en-US" altLang="zh-TW" sz="1600" dirty="0">
                <a:ea typeface="新細明體"/>
              </a:rPr>
              <a:t>In Sec3.展示</a:t>
            </a:r>
            <a:r>
              <a:rPr lang="zh-TW" altLang="en-US" sz="1600" dirty="0">
                <a:ea typeface="新細明體"/>
              </a:rPr>
              <a:t>使用</a:t>
            </a:r>
            <a:r>
              <a:rPr lang="en-US" altLang="zh-TW" sz="1600" dirty="0">
                <a:ea typeface="新細明體"/>
              </a:rPr>
              <a:t>spectral residual</a:t>
            </a:r>
            <a:r>
              <a:rPr lang="zh-TW" altLang="en-US" sz="1600" dirty="0">
                <a:ea typeface="新細明體"/>
              </a:rPr>
              <a:t>方法來實施 </a:t>
            </a:r>
            <a:r>
              <a:rPr lang="en-US" sz="1600" dirty="0">
                <a:ea typeface="+mn-lt"/>
                <a:cs typeface="+mn-lt"/>
              </a:rPr>
              <a:t>multiple object detection</a:t>
            </a:r>
            <a:r>
              <a:rPr lang="zh-TW" altLang="en-US" sz="1600" dirty="0">
                <a:ea typeface="+mn-lt"/>
                <a:cs typeface="+mn-lt"/>
              </a:rPr>
              <a:t>的方法。</a:t>
            </a:r>
            <a:endParaRPr lang="en-US" altLang="zh-TW" sz="1600" dirty="0">
              <a:ea typeface="新細明體"/>
            </a:endParaRP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In Sec4. 評估此方法的表現。</a:t>
            </a:r>
          </a:p>
          <a:p>
            <a:pPr marL="0" indent="0">
              <a:buNone/>
            </a:pPr>
            <a:endParaRPr lang="en-US" altLang="zh-TW" sz="1600" dirty="0">
              <a:ea typeface="新細明體"/>
            </a:endParaRPr>
          </a:p>
          <a:p>
            <a:pPr marL="0" indent="0">
              <a:buNone/>
            </a:pPr>
            <a:endParaRPr lang="zh-TW" altLang="en-US" sz="1600" dirty="0">
              <a:ea typeface="新細明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B2FA9-D517-4713-903C-23B1CB3B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4</a:t>
            </a:fld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C1330A-3B64-4178-B252-20F5FD5C1149}"/>
              </a:ext>
            </a:extLst>
          </p:cNvPr>
          <p:cNvSpPr/>
          <p:nvPr/>
        </p:nvSpPr>
        <p:spPr>
          <a:xfrm>
            <a:off x="1074863" y="2500216"/>
            <a:ext cx="1855433" cy="928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ea typeface="新細明體"/>
              </a:rPr>
              <a:t>Analyze the log spectrum of each images</a:t>
            </a:r>
          </a:p>
          <a:p>
            <a:pPr algn="ctr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7603C7-5E44-4BF5-8FEC-E867C4AFB6A3}"/>
              </a:ext>
            </a:extLst>
          </p:cNvPr>
          <p:cNvSpPr/>
          <p:nvPr/>
        </p:nvSpPr>
        <p:spPr>
          <a:xfrm>
            <a:off x="3186663" y="2500214"/>
            <a:ext cx="1418948" cy="928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TW" dirty="0">
                <a:ea typeface="新細明體"/>
              </a:rPr>
              <a:t>Obtain the spectral residual</a:t>
            </a:r>
          </a:p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EA4C4A-EB98-43A3-8FCA-D3E35EAC41C1}"/>
              </a:ext>
            </a:extLst>
          </p:cNvPr>
          <p:cNvSpPr/>
          <p:nvPr/>
        </p:nvSpPr>
        <p:spPr>
          <a:xfrm>
            <a:off x="4861978" y="2500213"/>
            <a:ext cx="1657164" cy="928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TW" dirty="0">
                <a:ea typeface="新細明體"/>
              </a:rPr>
              <a:t>Transform the spectral residual to spatial domain</a:t>
            </a:r>
          </a:p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03B01D-685C-4DCE-8182-429577E39705}"/>
              </a:ext>
            </a:extLst>
          </p:cNvPr>
          <p:cNvSpPr/>
          <p:nvPr/>
        </p:nvSpPr>
        <p:spPr>
          <a:xfrm>
            <a:off x="6775509" y="2500213"/>
            <a:ext cx="1190693" cy="928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TW" dirty="0">
                <a:ea typeface="新細明體"/>
              </a:rPr>
              <a:t>Obtain the saliency map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A0B7854F-B3C2-48D3-A99D-E217257C2A2B}"/>
              </a:ext>
            </a:extLst>
          </p:cNvPr>
          <p:cNvSpPr/>
          <p:nvPr/>
        </p:nvSpPr>
        <p:spPr>
          <a:xfrm>
            <a:off x="2970245" y="2875829"/>
            <a:ext cx="176468" cy="177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8AE25EC4-F9C6-4DBB-B73A-353BFFB512D0}"/>
              </a:ext>
            </a:extLst>
          </p:cNvPr>
          <p:cNvSpPr/>
          <p:nvPr/>
        </p:nvSpPr>
        <p:spPr>
          <a:xfrm>
            <a:off x="4645560" y="2875829"/>
            <a:ext cx="176468" cy="177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EF04FC1B-FF23-4FD7-A560-C7732B2822ED}"/>
              </a:ext>
            </a:extLst>
          </p:cNvPr>
          <p:cNvSpPr/>
          <p:nvPr/>
        </p:nvSpPr>
        <p:spPr>
          <a:xfrm>
            <a:off x="6559091" y="2875829"/>
            <a:ext cx="176468" cy="177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81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F4D24F-F03D-4564-B33E-C5925392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>
                <a:ea typeface="+mj-lt"/>
                <a:cs typeface="+mj-lt"/>
              </a:rPr>
              <a:t>2. Spectral Residual Model</a:t>
            </a:r>
            <a:endParaRPr lang="zh-TW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D9B354A-B8C6-40E8-8BB2-5007B1752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ea typeface="+mn-lt"/>
                    <a:cs typeface="+mn-lt"/>
                  </a:rPr>
                  <a:t>　　</a:t>
                </a:r>
                <a:r>
                  <a:rPr lang="en-US" altLang="zh-TW" sz="1600" dirty="0">
                    <a:ea typeface="+mn-lt"/>
                    <a:cs typeface="+mn-lt"/>
                  </a:rPr>
                  <a:t>Efficient</a:t>
                </a:r>
                <a:r>
                  <a:rPr lang="zh-TW" altLang="en-US" sz="1600" dirty="0">
                    <a:ea typeface="+mn-lt"/>
                    <a:cs typeface="+mn-lt"/>
                  </a:rPr>
                  <a:t> </a:t>
                </a:r>
                <a:r>
                  <a:rPr lang="en-US" altLang="zh-TW" sz="1600" dirty="0">
                    <a:ea typeface="+mn-lt"/>
                    <a:cs typeface="+mn-lt"/>
                  </a:rPr>
                  <a:t>coding</a:t>
                </a:r>
                <a:r>
                  <a:rPr lang="zh-CN" altLang="en-US" sz="1600" dirty="0">
                    <a:ea typeface="+mn-lt"/>
                    <a:cs typeface="+mn-lt"/>
                  </a:rPr>
                  <a:t>是一個</a:t>
                </a:r>
                <a:r>
                  <a:rPr lang="en-US" sz="1600" dirty="0">
                    <a:ea typeface="+mn-lt"/>
                    <a:cs typeface="+mn-lt"/>
                  </a:rPr>
                  <a:t>general framework</a:t>
                </a:r>
                <a:r>
                  <a:rPr lang="zh-TW" altLang="en-US" sz="1600" dirty="0">
                    <a:ea typeface="+mn-lt"/>
                    <a:cs typeface="+mn-lt"/>
                  </a:rPr>
                  <a:t>來做</a:t>
                </a:r>
                <a:r>
                  <a:rPr lang="zh-TW" sz="1600" dirty="0">
                    <a:ea typeface="+mn-lt"/>
                    <a:cs typeface="+mn-lt"/>
                  </a:rPr>
                  <a:t>visual processing</a:t>
                </a:r>
                <a:r>
                  <a:rPr lang="zh-TW" altLang="en-US" sz="1600" dirty="0">
                    <a:ea typeface="+mn-lt"/>
                    <a:cs typeface="+mn-lt"/>
                  </a:rPr>
                  <a:t>，</a:t>
                </a:r>
                <a:r>
                  <a:rPr lang="zh-TW" sz="1600" dirty="0">
                    <a:ea typeface="+mn-lt"/>
                    <a:cs typeface="+mn-lt"/>
                  </a:rPr>
                  <a:t>Barlow</a:t>
                </a:r>
                <a:r>
                  <a:rPr lang="zh-TW" altLang="en-US" sz="1600" dirty="0">
                    <a:ea typeface="+mn-lt"/>
                    <a:cs typeface="+mn-lt"/>
                  </a:rPr>
                  <a:t>首先提出</a:t>
                </a:r>
                <a:r>
                  <a:rPr lang="zh-TW" sz="1600" dirty="0">
                    <a:ea typeface="+mn-lt"/>
                    <a:cs typeface="+mn-lt"/>
                  </a:rPr>
                  <a:t>efficient coding hypothesis</a:t>
                </a:r>
                <a:r>
                  <a:rPr lang="zh-TW" altLang="en-US" sz="1600" dirty="0">
                    <a:ea typeface="+mn-lt"/>
                    <a:cs typeface="+mn-lt"/>
                  </a:rPr>
                  <a:t>，該假設消除 </a:t>
                </a:r>
                <a:r>
                  <a:rPr lang="en-US" altLang="zh-TW" sz="1600" dirty="0">
                    <a:ea typeface="+mn-lt"/>
                    <a:cs typeface="+mn-lt"/>
                  </a:rPr>
                  <a:t>input</a:t>
                </a:r>
                <a:r>
                  <a:rPr lang="zh-TW" altLang="en-US" sz="1600" dirty="0">
                    <a:ea typeface="+mn-lt"/>
                    <a:cs typeface="+mn-lt"/>
                  </a:rPr>
                  <a:t>中冗餘的部分。</a:t>
                </a:r>
                <a:endParaRPr lang="en-US" altLang="zh-TW" sz="1600" dirty="0">
                  <a:ea typeface="+mn-lt"/>
                  <a:cs typeface="+mn-lt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ea typeface="+mn-lt"/>
                    <a:cs typeface="+mn-lt"/>
                  </a:rPr>
                  <a:t>　　</a:t>
                </a:r>
                <a:r>
                  <a:rPr lang="en-US" altLang="zh-TW" sz="1600" dirty="0">
                    <a:ea typeface="+mn-lt"/>
                    <a:cs typeface="+mn-lt"/>
                  </a:rPr>
                  <a:t>V</a:t>
                </a:r>
                <a:r>
                  <a:rPr lang="zh-TW" sz="1600" dirty="0">
                    <a:ea typeface="+mn-lt"/>
                    <a:cs typeface="+mn-lt"/>
                  </a:rPr>
                  <a:t>isual system的原理</a:t>
                </a:r>
                <a:r>
                  <a:rPr lang="zh-TW" altLang="en-US" sz="1600" dirty="0">
                    <a:ea typeface="+mn-lt"/>
                    <a:cs typeface="+mn-lt"/>
                  </a:rPr>
                  <a:t>為消除頻繁出現的features並同時表留有</a:t>
                </a:r>
                <a:r>
                  <a:rPr lang="zh-TW" sz="1600" dirty="0">
                    <a:ea typeface="+mn-lt"/>
                    <a:cs typeface="+mn-lt"/>
                  </a:rPr>
                  <a:t>sensitive的</a:t>
                </a:r>
                <a:r>
                  <a:rPr lang="en-US" altLang="zh-TW" sz="1600" dirty="0">
                    <a:ea typeface="+mn-lt"/>
                    <a:cs typeface="+mn-lt"/>
                  </a:rPr>
                  <a:t>features</a:t>
                </a:r>
                <a:r>
                  <a:rPr lang="zh-TW" altLang="en-US" sz="1600" dirty="0">
                    <a:ea typeface="+mn-lt"/>
                    <a:cs typeface="+mn-lt"/>
                  </a:rPr>
                  <a:t>。</a:t>
                </a:r>
                <a:r>
                  <a:rPr lang="en-US" altLang="zh-TW" sz="1600" dirty="0" err="1">
                    <a:ea typeface="+mn-lt"/>
                    <a:cs typeface="+mn-lt"/>
                  </a:rPr>
                  <a:t>在刪除雜訊後只有具</a:t>
                </a:r>
                <a:r>
                  <a:rPr lang="en-US" altLang="zh-TW" sz="1600" dirty="0">
                    <a:ea typeface="+mn-lt"/>
                    <a:cs typeface="+mn-lt"/>
                  </a:rPr>
                  <a:t> </a:t>
                </a:r>
                <a:r>
                  <a:rPr lang="en-US" sz="1600" dirty="0">
                    <a:ea typeface="+mn-lt"/>
                    <a:cs typeface="+mn-lt"/>
                  </a:rPr>
                  <a:t>sensitive</a:t>
                </a:r>
                <a:r>
                  <a:rPr lang="zh-TW" altLang="en-US" sz="1600" dirty="0">
                    <a:ea typeface="+mn-lt"/>
                    <a:cs typeface="+mn-lt"/>
                  </a:rPr>
                  <a:t>的signal才進行後處理，根據</a:t>
                </a:r>
                <a:r>
                  <a:rPr lang="en-US" altLang="zh-TW" sz="1600" dirty="0">
                    <a:ea typeface="+mn-lt"/>
                    <a:cs typeface="+mn-lt"/>
                  </a:rPr>
                  <a:t>information theory</a:t>
                </a:r>
                <a:r>
                  <a:rPr lang="zh-TW" altLang="en-US" sz="1600" dirty="0">
                    <a:ea typeface="+mn-lt"/>
                    <a:cs typeface="+mn-lt"/>
                  </a:rPr>
                  <a:t>，</a:t>
                </a:r>
                <a:r>
                  <a:rPr lang="en-US" altLang="zh-TW" sz="1600" dirty="0">
                    <a:ea typeface="+mn-lt"/>
                    <a:cs typeface="+mn-lt"/>
                  </a:rPr>
                  <a:t>effective coding</a:t>
                </a:r>
                <a:r>
                  <a:rPr lang="zh-TW" altLang="en-US" sz="1600" dirty="0">
                    <a:ea typeface="+mn-lt"/>
                    <a:cs typeface="+mn-lt"/>
                  </a:rPr>
                  <a:t>將影像轉換為兩個部分</a:t>
                </a:r>
                <a:r>
                  <a:rPr lang="en-US" altLang="zh-TW" sz="1600" dirty="0">
                    <a:ea typeface="+mn-lt"/>
                    <a:cs typeface="+mn-lt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𝐻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𝐼𝑚𝑎𝑔𝑒</m:t>
                          </m:r>
                        </m:e>
                      </m:d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𝐻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𝐼𝑛𝑛𝑜𝑣𝑎𝑡𝑖𝑜𝑛</m:t>
                          </m:r>
                        </m:e>
                      </m:d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+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𝐻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(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𝑃𝑟𝑖𝑜𝑟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𝐾𝑛𝑜𝑤𝑙𝑒𝑑𝑔𝑒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)</m:t>
                      </m:r>
                    </m:oMath>
                  </m:oMathPara>
                </a14:m>
                <a:endParaRPr lang="en-US" altLang="zh-TW" sz="1600" dirty="0">
                  <a:ea typeface="+mn-lt"/>
                  <a:cs typeface="+mn-lt"/>
                </a:endParaRPr>
              </a:p>
              <a:p>
                <a:pPr marL="0" indent="0">
                  <a:buNone/>
                </a:pPr>
                <a:r>
                  <a:rPr lang="en-US" altLang="zh-TW" sz="1600" dirty="0" err="1">
                    <a:ea typeface="+mn-lt"/>
                    <a:cs typeface="+mn-lt"/>
                  </a:rPr>
                  <a:t>其中，prior</a:t>
                </a:r>
                <a:r>
                  <a:rPr lang="en-US" altLang="zh-TW" sz="1600" dirty="0">
                    <a:ea typeface="+mn-lt"/>
                    <a:cs typeface="+mn-lt"/>
                  </a:rPr>
                  <a:t> </a:t>
                </a:r>
                <a:r>
                  <a:rPr lang="en-US" altLang="zh-TW" sz="1600" dirty="0" err="1">
                    <a:ea typeface="+mn-lt"/>
                    <a:cs typeface="+mn-lt"/>
                  </a:rPr>
                  <a:t>knowledge為冗餘的，在統計領域上具有</a:t>
                </a:r>
                <a:r>
                  <a:rPr lang="en-US" altLang="zh-TW" sz="1600" dirty="0" err="1"/>
                  <a:t>invarian</a:t>
                </a:r>
                <a:r>
                  <a:rPr lang="en-US" altLang="zh-TW" sz="1600" dirty="0"/>
                  <a:t>(</a:t>
                </a:r>
                <a:r>
                  <a:rPr lang="en-US" altLang="zh-TW" sz="1600" dirty="0" err="1">
                    <a:ea typeface="+mn-lt"/>
                    <a:cs typeface="+mn-lt"/>
                  </a:rPr>
                  <a:t>不變性</a:t>
                </a:r>
                <a:r>
                  <a:rPr lang="zh-TW" altLang="en-US" sz="1600" dirty="0">
                    <a:ea typeface="+mn-lt"/>
                    <a:cs typeface="+mn-lt"/>
                  </a:rPr>
                  <a:t>，</a:t>
                </a:r>
                <a:r>
                  <a:rPr lang="en-US" altLang="zh-TW" sz="1600" dirty="0" err="1">
                    <a:ea typeface="+mn-lt"/>
                    <a:cs typeface="+mn-lt"/>
                  </a:rPr>
                  <a:t>在</a:t>
                </a:r>
                <a:r>
                  <a:rPr lang="en-US" sz="1600" dirty="0" err="1">
                    <a:ea typeface="+mn-lt"/>
                    <a:cs typeface="+mn-lt"/>
                  </a:rPr>
                  <a:t>natural</a:t>
                </a:r>
                <a:r>
                  <a:rPr lang="en-US" sz="1600" dirty="0">
                    <a:ea typeface="+mn-lt"/>
                    <a:cs typeface="+mn-lt"/>
                  </a:rPr>
                  <a:t> image statistics</a:t>
                </a:r>
                <a:r>
                  <a:rPr lang="zh-TW" altLang="en-US" sz="1600" dirty="0">
                    <a:ea typeface="+mn-lt"/>
                    <a:cs typeface="+mn-lt"/>
                  </a:rPr>
                  <a:t>中有更多討論)。</a:t>
                </a:r>
                <a:endParaRPr lang="en-US" altLang="zh-TW" sz="1600" dirty="0">
                  <a:ea typeface="+mn-lt"/>
                  <a:cs typeface="+mn-lt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ea typeface="+mn-lt"/>
                    <a:cs typeface="+mn-lt"/>
                  </a:rPr>
                  <a:t>　　重要的是，人們普遍認為</a:t>
                </a:r>
                <a:r>
                  <a:rPr lang="zh-TW" sz="1600" dirty="0">
                    <a:ea typeface="+mn-lt"/>
                    <a:cs typeface="+mn-lt"/>
                  </a:rPr>
                  <a:t>natural images並</a:t>
                </a:r>
                <a:r>
                  <a:rPr lang="zh-TW" altLang="en-US" sz="1600" dirty="0">
                    <a:ea typeface="+mn-lt"/>
                    <a:cs typeface="+mn-lt"/>
                  </a:rPr>
                  <a:t>非隨機，而是服從高度可預測的分配。</a:t>
                </a:r>
              </a:p>
              <a:p>
                <a:pPr marL="0" indent="0">
                  <a:buNone/>
                </a:pPr>
                <a:endParaRPr lang="zh-TW" altLang="en-US" sz="1600" dirty="0">
                  <a:ea typeface="+mn-lt"/>
                  <a:cs typeface="+mn-lt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D9B354A-B8C6-40E8-8BB2-5007B1752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8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63AF54-7CEF-48BF-98EE-8AD2FF8A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61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7889B1-A95A-4294-B294-B700E646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2.1. Log spectrum representation</a:t>
            </a:r>
            <a:endParaRPr lang="zh-TW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FE22FBB-BE14-4539-BD1A-F460AC1C33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在</a:t>
                </a:r>
                <a:r>
                  <a:rPr lang="zh-TW" sz="1600" dirty="0">
                    <a:ea typeface="+mn-lt"/>
                    <a:cs typeface="+mn-lt"/>
                  </a:rPr>
                  <a:t>natural image statistics領</a:t>
                </a:r>
                <a:r>
                  <a:rPr lang="zh-TW" altLang="en-US" sz="1600" dirty="0">
                    <a:ea typeface="+mn-lt"/>
                    <a:cs typeface="+mn-lt"/>
                  </a:rPr>
                  <a:t>域中“</a:t>
                </a:r>
                <a:r>
                  <a:rPr lang="zh-TW" sz="1600" dirty="0">
                    <a:ea typeface="+mn-lt"/>
                    <a:cs typeface="+mn-lt"/>
                  </a:rPr>
                  <a:t>scale invariance</a:t>
                </a:r>
                <a:r>
                  <a:rPr lang="en-US" altLang="zh-TW" sz="1600" dirty="0">
                    <a:ea typeface="+mn-lt"/>
                    <a:cs typeface="+mn-lt"/>
                  </a:rPr>
                  <a:t>(</a:t>
                </a:r>
                <a:r>
                  <a:rPr lang="zh-TW" sz="1600" dirty="0">
                    <a:ea typeface="+mn-lt"/>
                    <a:cs typeface="+mn-lt"/>
                  </a:rPr>
                  <a:t>尺度不變</a:t>
                </a:r>
                <a:r>
                  <a:rPr lang="en-US" altLang="zh-TW" sz="1600" dirty="0">
                    <a:ea typeface="+mn-lt"/>
                    <a:cs typeface="+mn-lt"/>
                  </a:rPr>
                  <a:t>)”</a:t>
                </a:r>
                <a:r>
                  <a:rPr lang="en-US" altLang="zh-TW" sz="1600" dirty="0" err="1">
                    <a:ea typeface="+mn-lt"/>
                    <a:cs typeface="+mn-lt"/>
                  </a:rPr>
                  <a:t>是被</a:t>
                </a:r>
                <a:r>
                  <a:rPr lang="zh-TW" altLang="en-US" sz="1600" dirty="0">
                    <a:ea typeface="+mn-lt"/>
                    <a:cs typeface="+mn-lt"/>
                  </a:rPr>
                  <a:t>廣泛</a:t>
                </a:r>
                <a:r>
                  <a:rPr lang="en-US" altLang="zh-TW" sz="1600" dirty="0" err="1">
                    <a:ea typeface="+mn-lt"/>
                    <a:cs typeface="+mn-lt"/>
                  </a:rPr>
                  <a:t>研究的</a:t>
                </a:r>
                <a:r>
                  <a:rPr lang="en-US" sz="1600" dirty="0" err="1">
                    <a:ea typeface="+mn-lt"/>
                    <a:cs typeface="+mn-lt"/>
                  </a:rPr>
                  <a:t>property</a:t>
                </a:r>
                <a:r>
                  <a:rPr lang="en-US" sz="1600" dirty="0">
                    <a:ea typeface="+mn-lt"/>
                    <a:cs typeface="+mn-lt"/>
                  </a:rPr>
                  <a:t>，</a:t>
                </a:r>
                <a:r>
                  <a:rPr lang="zh-TW" altLang="en-US" sz="1600" dirty="0">
                    <a:ea typeface="+mn-lt"/>
                    <a:cs typeface="+mn-lt"/>
                  </a:rPr>
                  <a:t>此</a:t>
                </a:r>
                <a:r>
                  <a:rPr lang="zh-TW" sz="1600" dirty="0">
                    <a:ea typeface="+mn-lt"/>
                    <a:cs typeface="+mn-lt"/>
                  </a:rPr>
                  <a:t>property</a:t>
                </a:r>
                <a:r>
                  <a:rPr lang="zh-TW" altLang="en-US" sz="1600" dirty="0">
                    <a:ea typeface="+mn-lt"/>
                    <a:cs typeface="+mn-lt"/>
                  </a:rPr>
                  <a:t>也稱為</a:t>
                </a:r>
                <a:r>
                  <a:rPr lang="zh-TW" sz="1600" dirty="0">
                    <a:ea typeface="+mn-lt"/>
                    <a:cs typeface="+mn-lt"/>
                  </a:rPr>
                  <a:t>1/f law</a:t>
                </a:r>
                <a:r>
                  <a:rPr lang="zh-TW" altLang="en-US" sz="1600" dirty="0">
                    <a:ea typeface="+mn-lt"/>
                    <a:cs typeface="+mn-lt"/>
                  </a:rPr>
                  <a:t>，</a:t>
                </a:r>
                <a:endParaRPr lang="en-US" altLang="zh-TW" sz="1600" dirty="0">
                  <a:ea typeface="+mn-lt"/>
                  <a:cs typeface="+mn-lt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𝐴</m:t>
                        </m:r>
                        <m:d>
                          <m:dPr>
                            <m:ctrlPr>
                              <a:rPr lang="en-US" altLang="zh-TW" sz="1600" b="0" i="1" smtClean="0"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dPr>
                          <m:e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∝1/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𝑓</m:t>
                    </m:r>
                  </m:oMath>
                </a14:m>
                <a:r>
                  <a:rPr lang="en-US" altLang="zh-TW" sz="1600" dirty="0">
                    <a:ea typeface="+mn-lt"/>
                    <a:cs typeface="+mn-lt"/>
                  </a:rPr>
                  <a:t>  (1)</a:t>
                </a:r>
                <a:endParaRPr lang="zh-TW" sz="1600" dirty="0"/>
              </a:p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在log-log scale上對</a:t>
                </a:r>
                <a:r>
                  <a:rPr lang="en-US" altLang="zh-TW" sz="1600" dirty="0">
                    <a:ea typeface="新細明體"/>
                  </a:rPr>
                  <a:t>ensemble of </a:t>
                </a:r>
                <a:r>
                  <a:rPr lang="zh-TW" sz="1600" dirty="0">
                    <a:ea typeface="新細明體"/>
                  </a:rPr>
                  <a:t>natural images的</a:t>
                </a:r>
                <a:r>
                  <a:rPr lang="en-US" altLang="zh-TW" sz="1600" dirty="0"/>
                  <a:t>amplitude spectrum(</a:t>
                </a:r>
                <a:r>
                  <a:rPr lang="zh-TW" sz="1600" dirty="0">
                    <a:ea typeface="新細明體"/>
                  </a:rPr>
                  <a:t>振幅譜</a:t>
                </a:r>
                <a:r>
                  <a:rPr lang="en-US" altLang="zh-TW" sz="1600" dirty="0">
                    <a:ea typeface="新細明體"/>
                  </a:rPr>
                  <a:t>)</a:t>
                </a:r>
                <a:r>
                  <a:rPr lang="zh-TW" altLang="en-US" sz="1600" dirty="0">
                    <a:ea typeface="新細明體"/>
                  </a:rPr>
                  <a:t>對方向做平均後可發現它們大致落於一條線上。</a:t>
                </a:r>
                <a:r>
                  <a:rPr lang="zh-TW" altLang="en-US" sz="1600" dirty="0">
                    <a:ea typeface="新細明體"/>
                    <a:cs typeface="+mn-lt"/>
                  </a:rPr>
                  <a:t>儘管</a:t>
                </a:r>
                <a:r>
                  <a:rPr lang="zh-TW" sz="1600" dirty="0">
                    <a:ea typeface="+mn-lt"/>
                    <a:cs typeface="+mn-lt"/>
                  </a:rPr>
                  <a:t>log-log spectrum被廣泛運</a:t>
                </a:r>
                <a:r>
                  <a:rPr lang="zh-TW" altLang="en-US" sz="1600" dirty="0">
                    <a:ea typeface="+mn-lt"/>
                    <a:cs typeface="+mn-lt"/>
                  </a:rPr>
                  <a:t>用，他有兩個缺點:</a:t>
                </a:r>
                <a:endParaRPr lang="zh-TW" altLang="en-US" sz="1600" dirty="0">
                  <a:ea typeface="新細明體"/>
                  <a:cs typeface="+mn-lt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1.</a:t>
                </a:r>
                <a:r>
                  <a:rPr lang="zh-TW" sz="1600" dirty="0">
                    <a:ea typeface="+mn-lt"/>
                    <a:cs typeface="+mn-lt"/>
                  </a:rPr>
                  <a:t>scale-invariance property</a:t>
                </a:r>
                <a:r>
                  <a:rPr lang="zh-TW" altLang="en-US" sz="1600" dirty="0">
                    <a:ea typeface="+mn-lt"/>
                    <a:cs typeface="+mn-lt"/>
                  </a:rPr>
                  <a:t>不容易在單一圖像被發現</a:t>
                </a:r>
                <a:endParaRPr lang="zh-TW" altLang="en-US" sz="1600" dirty="0">
                  <a:ea typeface="新細明體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2.</a:t>
                </a:r>
                <a:r>
                  <a:rPr lang="zh-TW" sz="1600" dirty="0">
                    <a:ea typeface="+mn-lt"/>
                    <a:cs typeface="+mn-lt"/>
                  </a:rPr>
                  <a:t>sampling points are not well-proportioned</a:t>
                </a:r>
                <a:r>
                  <a:rPr lang="zh-TW" altLang="en-US" sz="1600" dirty="0">
                    <a:ea typeface="+mn-lt"/>
                    <a:cs typeface="+mn-lt"/>
                  </a:rPr>
                  <a:t>，低頻稀疏高頻集中</a:t>
                </a:r>
                <a:endParaRPr lang="zh-TW" altLang="en-US" sz="1600" dirty="0"/>
              </a:p>
              <a:p>
                <a:pPr marL="0" indent="0">
                  <a:buNone/>
                </a:pPr>
                <a:endParaRPr lang="zh-TW" altLang="en-US" sz="1600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FE22FBB-BE14-4539-BD1A-F460AC1C33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8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27B09E-08B1-4C20-B6D3-928A5776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29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9204D6C-711D-4690-A959-D91F81059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6404" y="399495"/>
                <a:ext cx="6446520" cy="576711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endParaRPr lang="zh-TW" altLang="en-US" sz="1600" dirty="0">
                  <a:ea typeface="新細明體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本文中使用</a:t>
                </a:r>
                <a:r>
                  <a:rPr lang="en-US" altLang="zh-TW" sz="1600" dirty="0">
                    <a:ea typeface="+mn-lt"/>
                    <a:cs typeface="+mn-lt"/>
                  </a:rPr>
                  <a:t>log</a:t>
                </a:r>
                <a:r>
                  <a:rPr lang="zh-TW" altLang="en-US" sz="1600" dirty="0">
                    <a:ea typeface="+mn-lt"/>
                    <a:cs typeface="+mn-lt"/>
                  </a:rPr>
                  <a:t> </a:t>
                </a:r>
                <a:r>
                  <a:rPr lang="zh-TW" sz="1600" dirty="0">
                    <a:ea typeface="+mn-lt"/>
                    <a:cs typeface="+mn-lt"/>
                  </a:rPr>
                  <a:t>s</a:t>
                </a:r>
                <a:r>
                  <a:rPr lang="en-US" altLang="zh-TW" sz="1600" dirty="0">
                    <a:ea typeface="+mn-lt"/>
                    <a:cs typeface="+mn-lt"/>
                  </a:rPr>
                  <a:t>pec</a:t>
                </a:r>
                <a:r>
                  <a:rPr lang="zh-TW" sz="1600" dirty="0">
                    <a:ea typeface="+mn-lt"/>
                    <a:cs typeface="+mn-lt"/>
                  </a:rPr>
                  <a:t>t</a:t>
                </a:r>
                <a:r>
                  <a:rPr lang="en-US" altLang="zh-TW" sz="1600" dirty="0">
                    <a:ea typeface="+mn-lt"/>
                    <a:cs typeface="+mn-lt"/>
                  </a:rPr>
                  <a:t>rum: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𝐿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𝑓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)</m:t>
                    </m:r>
                  </m:oMath>
                </a14:m>
                <a:r>
                  <a:rPr lang="zh-TW" altLang="en-US" sz="1600" dirty="0">
                    <a:ea typeface="+mn-lt"/>
                    <a:cs typeface="+mn-lt"/>
                  </a:rPr>
                  <a:t> 代替</a:t>
                </a:r>
                <a:r>
                  <a:rPr lang="zh-TW" sz="1600" dirty="0">
                    <a:ea typeface="+mn-lt"/>
                    <a:cs typeface="+mn-lt"/>
                  </a:rPr>
                  <a:t>log-log</a:t>
                </a:r>
                <a:r>
                  <a:rPr lang="en-US" altLang="zh-TW" sz="1600" dirty="0">
                    <a:ea typeface="+mn-lt"/>
                    <a:cs typeface="+mn-lt"/>
                  </a:rPr>
                  <a:t> </a:t>
                </a:r>
                <a:r>
                  <a:rPr lang="en-US" altLang="zh-TW" sz="1600" dirty="0"/>
                  <a:t>representation</a:t>
                </a:r>
                <a:r>
                  <a:rPr lang="zh-TW" altLang="en-US" sz="1600" dirty="0">
                    <a:ea typeface="+mn-lt"/>
                    <a:cs typeface="+mn-lt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𝐿</m:t>
                    </m:r>
                    <m:d>
                      <m:d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𝑓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1600" b="0" i="0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log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⁡(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𝐴</m:t>
                    </m:r>
                    <m:d>
                      <m:d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𝑓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)</m:t>
                    </m:r>
                  </m:oMath>
                </a14:m>
                <a:r>
                  <a:rPr lang="zh-TW" altLang="en-US" sz="1600" dirty="0">
                    <a:ea typeface="+mn-lt"/>
                    <a:cs typeface="+mn-lt"/>
                  </a:rPr>
                  <a:t> ，log spectrum已被使用在統計場景分析的一系列文獻中</a:t>
                </a:r>
                <a:endParaRPr lang="zh-TW" sz="1600" dirty="0">
                  <a:ea typeface="+mn-lt"/>
                  <a:cs typeface="+mn-lt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sz="1600" dirty="0">
                  <a:ea typeface="新細明體" panose="02020500000000000000" pitchFamily="18" charset="-12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9204D6C-711D-4690-A959-D91F81059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404" y="399495"/>
                <a:ext cx="6446520" cy="5767117"/>
              </a:xfrm>
              <a:blipFill>
                <a:blip r:embed="rId2"/>
                <a:stretch>
                  <a:fillRect l="-4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4ACDD6-9CBD-4F88-B242-1B0D3B45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7</a:t>
            </a:fld>
            <a:endParaRPr lang="en-US"/>
          </a:p>
        </p:txBody>
      </p:sp>
      <p:pic>
        <p:nvPicPr>
          <p:cNvPr id="6" name="圖片 6">
            <a:extLst>
              <a:ext uri="{FF2B5EF4-FFF2-40B4-BE49-F238E27FC236}">
                <a16:creationId xmlns:a16="http://schemas.microsoft.com/office/drawing/2014/main" id="{99A743C0-68BC-4759-8E65-F44843083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625" y="1874788"/>
            <a:ext cx="5286205" cy="431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30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21C4F3-8964-4936-81B4-3074C255A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3068629"/>
            <a:ext cx="3660036" cy="10914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作者發現在不同圖像上，</a:t>
            </a:r>
            <a:r>
              <a:rPr lang="en-US" altLang="zh-TW" sz="1600" dirty="0">
                <a:ea typeface="新細明體"/>
              </a:rPr>
              <a:t>log spectrum curve</a:t>
            </a:r>
            <a:r>
              <a:rPr lang="zh-TW" altLang="en-US" sz="1600" dirty="0">
                <a:ea typeface="新細明體"/>
              </a:rPr>
              <a:t>具有相似的趨勢</a:t>
            </a:r>
          </a:p>
          <a:p>
            <a:pPr marL="0" indent="0">
              <a:buNone/>
            </a:pPr>
            <a:endParaRPr lang="zh-TW" altLang="en-US" dirty="0">
              <a:ea typeface="新細明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016760-BFED-4981-B7E3-508A738F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8</a:t>
            </a:fld>
            <a:endParaRPr lang="en-US"/>
          </a:p>
        </p:txBody>
      </p:sp>
      <p:pic>
        <p:nvPicPr>
          <p:cNvPr id="5" name="圖片 5">
            <a:extLst>
              <a:ext uri="{FF2B5EF4-FFF2-40B4-BE49-F238E27FC236}">
                <a16:creationId xmlns:a16="http://schemas.microsoft.com/office/drawing/2014/main" id="{35EDC79E-EA74-4C70-8DE3-9787E1E19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8" y="-1071"/>
            <a:ext cx="4638716" cy="685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1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7">
            <a:extLst>
              <a:ext uri="{FF2B5EF4-FFF2-40B4-BE49-F238E27FC236}">
                <a16:creationId xmlns:a16="http://schemas.microsoft.com/office/drawing/2014/main" id="{EB757ED6-E83B-4D5E-B27A-DFC41D19B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24" y="300038"/>
            <a:ext cx="8142809" cy="317451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0DCE67-D00A-4792-9B08-53F06CD4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9</a:t>
            </a:fld>
            <a:endParaRPr lang="en-US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90C97A62-AE2D-4819-8D70-425272D54A97}"/>
              </a:ext>
            </a:extLst>
          </p:cNvPr>
          <p:cNvSpPr txBox="1">
            <a:spLocks/>
          </p:cNvSpPr>
          <p:nvPr/>
        </p:nvSpPr>
        <p:spPr>
          <a:xfrm>
            <a:off x="2425863" y="3474557"/>
            <a:ext cx="4292274" cy="10914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TW" sz="1600" dirty="0">
                <a:ea typeface="+mn-lt"/>
                <a:cs typeface="+mn-lt"/>
              </a:rPr>
              <a:t>平均來看，log spectrum具有local linearity</a:t>
            </a:r>
            <a:endParaRPr lang="zh-TW" altLang="en-US" sz="1600" dirty="0">
              <a:ea typeface="+mn-lt"/>
              <a:cs typeface="+mn-lt"/>
            </a:endParaRPr>
          </a:p>
          <a:p>
            <a:pPr marL="0" indent="0">
              <a:buFont typeface="Arial" pitchFamily="34" charset="0"/>
              <a:buNone/>
            </a:pPr>
            <a:endParaRPr lang="zh-TW" altLang="en-US" sz="1600" dirty="0">
              <a:ea typeface="新細明體"/>
            </a:endParaRPr>
          </a:p>
          <a:p>
            <a:pPr marL="0" indent="0">
              <a:buFont typeface="Arial" pitchFamily="34" charset="0"/>
              <a:buNone/>
            </a:pPr>
            <a:endParaRPr lang="zh-TW" altLang="en-US" sz="1600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5475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6B65A6-A39C-4425-9684-C0FCEF61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2.2. From spectral residual to saliency map</a:t>
            </a:r>
            <a:endParaRPr lang="zh-TW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3468D2F-DCAC-430B-BA90-25107F487E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從Fig2., Fig3. 中看到相似的趨勢，值得注意的是從</a:t>
                </a:r>
                <a:r>
                  <a:rPr lang="en-US" altLang="zh-TW" sz="1600" dirty="0">
                    <a:ea typeface="新細明體"/>
                  </a:rPr>
                  <a:t>log spectrum curve</a:t>
                </a:r>
                <a:r>
                  <a:rPr lang="zh-TW" altLang="en-US" sz="1600" dirty="0">
                    <a:ea typeface="新細明體"/>
                  </a:rPr>
                  <a:t>中凸出的訊息，作者相信這些凸出的</a:t>
                </a:r>
                <a:r>
                  <a:rPr lang="zh-TW" sz="1600" dirty="0">
                    <a:ea typeface="+mn-lt"/>
                    <a:cs typeface="+mn-lt"/>
                  </a:rPr>
                  <a:t>statistical singularities</a:t>
                </a:r>
                <a:r>
                  <a:rPr lang="zh-TW" altLang="en-US" sz="1600" dirty="0">
                    <a:ea typeface="+mn-lt"/>
                    <a:cs typeface="+mn-lt"/>
                  </a:rPr>
                  <a:t>有可能代表圖像中異常的區域，它可能就是我們想找的proto</a:t>
                </a:r>
                <a:r>
                  <a:rPr lang="en-US" altLang="zh-TW" sz="1600" dirty="0">
                    <a:ea typeface="+mn-lt"/>
                    <a:cs typeface="+mn-lt"/>
                  </a:rPr>
                  <a:t>-</a:t>
                </a:r>
                <a:r>
                  <a:rPr lang="zh-TW" altLang="en-US" sz="1600" dirty="0">
                    <a:ea typeface="+mn-lt"/>
                    <a:cs typeface="+mn-lt"/>
                  </a:rPr>
                  <a:t>objects。</a:t>
                </a:r>
              </a:p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現在給Img.(64*64 px)，並計算log spectrum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600" i="1" dirty="0">
                        <a:latin typeface="Cambria Math" panose="02040503050406030204" pitchFamily="18" charset="0"/>
                        <a:ea typeface="新細明體"/>
                      </a:rPr>
                      <m:t>L</m:t>
                    </m:r>
                    <m:r>
                      <a:rPr lang="en-US" altLang="zh-TW" sz="1600" i="1" dirty="0" smtClean="0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𝑓</m:t>
                    </m:r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en-US" altLang="zh-TW" sz="1600" dirty="0">
                    <a:ea typeface="新細明體"/>
                  </a:rPr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𝐻</m:t>
                    </m:r>
                    <m:d>
                      <m:dPr>
                        <m:ctrlPr>
                          <a:rPr lang="en-US" altLang="zh-TW" sz="1600" i="1" dirty="0" smtClean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  <m:t>R</m:t>
                        </m:r>
                        <m:d>
                          <m:dPr>
                            <m:ctrlPr>
                              <a:rPr lang="en-US" altLang="zh-TW" sz="1600" i="1" dirty="0" smtClean="0">
                                <a:latin typeface="Cambria Math" panose="02040503050406030204" pitchFamily="18" charset="0"/>
                                <a:ea typeface="新細明體"/>
                              </a:rPr>
                            </m:ctrlPr>
                          </m:dPr>
                          <m:e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  <a:ea typeface="新細明體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=</m:t>
                    </m:r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𝐻</m:t>
                    </m:r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𝐿</m:t>
                    </m:r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𝑓</m:t>
                    </m:r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)|</m:t>
                    </m:r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𝐴</m:t>
                    </m:r>
                    <m:d>
                      <m:dPr>
                        <m:ctrlPr>
                          <a:rPr lang="en-US" altLang="zh-TW" sz="1600" b="0" i="1" dirty="0" smtClean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  <a:ea typeface="新細明體"/>
                          </a:rPr>
                          <m:t>𝑓</m:t>
                        </m:r>
                      </m:e>
                    </m:d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zh-TW" altLang="en-US" sz="1600" dirty="0">
                    <a:ea typeface="新細明體"/>
                  </a:rPr>
                  <a:t>  </a:t>
                </a:r>
                <a:r>
                  <a:rPr lang="en-US" altLang="zh-TW" sz="1600" dirty="0">
                    <a:ea typeface="新細明體"/>
                  </a:rPr>
                  <a:t>(2)</a:t>
                </a:r>
                <a:endParaRPr lang="zh-TW" altLang="en-US" sz="1600" dirty="0">
                  <a:ea typeface="新細明體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600" i="1" dirty="0">
                        <a:latin typeface="Cambria Math" panose="02040503050406030204" pitchFamily="18" charset="0"/>
                        <a:ea typeface="新細明體"/>
                      </a:rPr>
                      <m:t>R</m:t>
                    </m:r>
                    <m:d>
                      <m:dPr>
                        <m:ctrlP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  <m:t>𝑓</m:t>
                        </m:r>
                      </m:e>
                    </m:d>
                  </m:oMath>
                </a14:m>
                <a:r>
                  <a:rPr lang="zh-TW" altLang="en-US" sz="1600" dirty="0">
                    <a:ea typeface="新細明體"/>
                  </a:rPr>
                  <a:t>為輸入圖的奇點，</a:t>
                </a:r>
                <a:r>
                  <a:rPr lang="en-US" altLang="zh-TW" sz="1600" dirty="0">
                    <a:ea typeface="新細明體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 dirty="0">
                        <a:latin typeface="Cambria Math" panose="02040503050406030204" pitchFamily="18" charset="0"/>
                        <a:ea typeface="新細明體"/>
                      </a:rPr>
                      <m:t>𝐴</m:t>
                    </m:r>
                    <m:d>
                      <m:dPr>
                        <m:ctrlP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  <m:t>𝑓</m:t>
                        </m:r>
                      </m:e>
                    </m:d>
                  </m:oMath>
                </a14:m>
                <a:r>
                  <a:rPr lang="zh-TW" altLang="en-US" sz="1600" dirty="0">
                    <a:ea typeface="新細明體"/>
                  </a:rPr>
                  <a:t>為</a:t>
                </a:r>
                <a:r>
                  <a:rPr lang="en-US" altLang="zh-TW" sz="1600" dirty="0">
                    <a:ea typeface="新細明體"/>
                  </a:rPr>
                  <a:t>shape of </a:t>
                </a:r>
                <a:r>
                  <a:rPr lang="zh-TW" altLang="en-US" sz="1600" dirty="0">
                    <a:ea typeface="新細明體"/>
                  </a:rPr>
                  <a:t>log spectra(作為prior information)，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600" i="1" dirty="0">
                        <a:latin typeface="Cambria Math" panose="02040503050406030204" pitchFamily="18" charset="0"/>
                        <a:ea typeface="新細明體"/>
                      </a:rPr>
                      <m:t>R</m:t>
                    </m:r>
                    <m:d>
                      <m:dPr>
                        <m:ctrlP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  <m:t>𝑓</m:t>
                        </m:r>
                      </m:e>
                    </m:d>
                  </m:oMath>
                </a14:m>
                <a:r>
                  <a:rPr lang="zh-TW" altLang="en-US" sz="1600" dirty="0">
                    <a:ea typeface="新細明體"/>
                  </a:rPr>
                  <a:t>為此圖片的</a:t>
                </a:r>
                <a:r>
                  <a:rPr lang="en-US" altLang="zh-TW" sz="1600" dirty="0">
                    <a:ea typeface="新細明體"/>
                  </a:rPr>
                  <a:t>statistical singularities</a:t>
                </a:r>
                <a:r>
                  <a:rPr lang="zh-TW" altLang="en-US" sz="1600" dirty="0">
                    <a:ea typeface="新細明體"/>
                  </a:rPr>
                  <a:t>，並定義為</a:t>
                </a:r>
                <a:r>
                  <a:rPr lang="zh-TW" sz="1600" i="1" dirty="0">
                    <a:ea typeface="+mn-lt"/>
                    <a:cs typeface="+mn-lt"/>
                  </a:rPr>
                  <a:t>spectral residua</a:t>
                </a:r>
                <a:r>
                  <a:rPr lang="en-US" altLang="zh-TW" sz="1600" i="1" dirty="0">
                    <a:ea typeface="+mn-lt"/>
                    <a:cs typeface="+mn-lt"/>
                  </a:rPr>
                  <a:t>l</a:t>
                </a:r>
                <a:r>
                  <a:rPr lang="zh-TW" altLang="en-US" sz="1600" dirty="0">
                    <a:ea typeface="+mn-lt"/>
                    <a:cs typeface="+mn-lt"/>
                  </a:rPr>
                  <a:t>。</a:t>
                </a:r>
                <a:endParaRPr lang="zh-TW" altLang="en-US" sz="1600" dirty="0">
                  <a:ea typeface="新細明體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3468D2F-DCAC-430B-BA90-25107F487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840" r="-12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9B3D3D-4CCC-4EE8-8711-285ACB1F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7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F3711CE-B02D-495E-AC07-75B1467AEA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6404" y="994299"/>
                <a:ext cx="6446520" cy="517231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如Fig3. 所示，平均曲線具有local linearity，因此可採用local average filter</a:t>
                </a:r>
                <a:r>
                  <a:rPr lang="en-US" altLang="zh-TW" sz="1600" dirty="0">
                    <a:ea typeface="新細明體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sSub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h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𝑛</m:t>
                        </m:r>
                      </m:sub>
                    </m:sSub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𝑓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zh-TW" altLang="en-US" sz="1600" dirty="0">
                    <a:ea typeface="新細明體"/>
                  </a:rPr>
                  <a:t>，做近似，在本實驗中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𝑛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=3</m:t>
                    </m:r>
                  </m:oMath>
                </a14:m>
                <a:endParaRPr lang="en-US" altLang="zh-TW" sz="1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zh-TW" altLang="en-US" sz="1600" dirty="0"/>
                  <a:t>  </a:t>
                </a:r>
                <a:r>
                  <a:rPr lang="en-US" altLang="zh-TW" sz="1600" dirty="0"/>
                  <a:t>(3)</a:t>
                </a:r>
              </a:p>
              <a:p>
                <a:pPr marL="0" indent="0">
                  <a:buNone/>
                </a:pPr>
                <a:r>
                  <a:rPr lang="zh-TW" altLang="en-US" sz="1600" dirty="0"/>
                  <a:t>　　</a:t>
                </a:r>
                <a:r>
                  <a:rPr lang="en-US" altLang="zh-TW" sz="16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h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𝑛</m:t>
                        </m:r>
                      </m:sub>
                    </m:sSub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𝑓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zh-TW" altLang="en-US" sz="1600" dirty="0"/>
                  <a:t> </a:t>
                </a:r>
                <a:r>
                  <a:rPr lang="en-US" altLang="zh-TW" sz="1600" dirty="0"/>
                  <a:t>is an 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sz="1600" dirty="0"/>
                  <a:t> </a:t>
                </a:r>
                <a:r>
                  <a:rPr lang="en-US" altLang="zh-TW" sz="1600" dirty="0"/>
                  <a:t>matrix defined by: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TW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600" dirty="0"/>
              </a:p>
              <a:p>
                <a:pPr marL="0" indent="0">
                  <a:buNone/>
                </a:pPr>
                <a:r>
                  <a:rPr lang="zh-TW" altLang="en-US" sz="1600" dirty="0"/>
                  <a:t>　　</a:t>
                </a:r>
                <a:r>
                  <a:rPr lang="en-US" altLang="zh-TW" sz="1600" dirty="0"/>
                  <a:t>therefore the </a:t>
                </a:r>
                <a:r>
                  <a:rPr lang="en-US" altLang="zh-TW" sz="1600" i="1" dirty="0"/>
                  <a:t>spectral residual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600" i="1" dirty="0">
                        <a:latin typeface="Cambria Math" panose="02040503050406030204" pitchFamily="18" charset="0"/>
                        <a:ea typeface="新細明體"/>
                      </a:rPr>
                      <m:t>R</m:t>
                    </m:r>
                    <m:d>
                      <m:dPr>
                        <m:ctrlP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  <m:t>𝑓</m:t>
                        </m:r>
                      </m:e>
                    </m:d>
                  </m:oMath>
                </a14:m>
                <a:r>
                  <a:rPr lang="zh-TW" altLang="en-US" sz="1600" dirty="0"/>
                  <a:t> </a:t>
                </a:r>
                <a:r>
                  <a:rPr lang="en-US" altLang="zh-TW" sz="1600" dirty="0"/>
                  <a:t>can be obtained by: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600" i="1" dirty="0">
                        <a:latin typeface="Cambria Math" panose="02040503050406030204" pitchFamily="18" charset="0"/>
                        <a:ea typeface="新細明體"/>
                      </a:rPr>
                      <m:t>R</m:t>
                    </m:r>
                    <m:d>
                      <m:dPr>
                        <m:ctrlP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  <a:ea typeface="新細明體"/>
                          </a:rPr>
                          <m:t>𝑓</m:t>
                        </m:r>
                      </m:e>
                    </m:d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新細明體"/>
                      </a:rPr>
                      <m:t>=</m:t>
                    </m:r>
                    <m:r>
                      <a:rPr lang="en-US" altLang="zh-TW" sz="16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1600" dirty="0"/>
                  <a:t>  </a:t>
                </a:r>
                <a:r>
                  <a:rPr lang="en-US" altLang="zh-TW" sz="1600" dirty="0"/>
                  <a:t>(4)</a:t>
                </a:r>
              </a:p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後續對(4)做</a:t>
                </a:r>
                <a:r>
                  <a:rPr lang="zh-TW" altLang="zh-TW" sz="1600" dirty="0">
                    <a:ea typeface="+mn-lt"/>
                    <a:cs typeface="+mn-lt"/>
                  </a:rPr>
                  <a:t>Inverse Fourier Transform</a:t>
                </a:r>
                <a:r>
                  <a:rPr lang="zh-TW" altLang="en-US" sz="1600" dirty="0">
                    <a:ea typeface="+mn-lt"/>
                    <a:cs typeface="+mn-lt"/>
                  </a:rPr>
                  <a:t>，可以在spatial domain建立一輸出圖，稱為saliency map。</a:t>
                </a:r>
                <a:endParaRPr lang="zh-TW" altLang="en-US" sz="1600" dirty="0">
                  <a:cs typeface="+mn-lt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ea typeface="+mn-lt"/>
                    <a:cs typeface="+mn-lt"/>
                  </a:rPr>
                  <a:t>　　Saliency map 主要包含Img.中特殊部分，因此圖中的每個值將被平方以表示估計誤差，另外為了更好的視覺化，使用gaussian filter</a:t>
                </a:r>
                <a:r>
                  <a:rPr lang="en-US" altLang="zh-TW" sz="1600" dirty="0">
                    <a:ea typeface="+mn-lt"/>
                    <a:cs typeface="+mn-lt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𝑔</m:t>
                    </m:r>
                    <m:d>
                      <m:d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𝑥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(</m:t>
                    </m:r>
                    <m:r>
                      <a:rPr lang="zh-TW" altLang="en-US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𝜎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=8)</m:t>
                    </m:r>
                  </m:oMath>
                </a14:m>
                <a:endParaRPr lang="zh-TW" altLang="en-US" sz="1600" dirty="0">
                  <a:ea typeface="+mn-lt"/>
                  <a:cs typeface="+mn-lt"/>
                </a:endParaRPr>
              </a:p>
              <a:p>
                <a:pPr marL="0" indent="0" algn="ctr">
                  <a:buNone/>
                </a:pPr>
                <a:endParaRPr lang="zh-TW" altLang="en-US" sz="1600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F3711CE-B02D-495E-AC07-75B1467AEA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404" y="994299"/>
                <a:ext cx="6446520" cy="5172313"/>
              </a:xfrm>
              <a:blipFill>
                <a:blip r:embed="rId2"/>
                <a:stretch>
                  <a:fillRect l="-473" t="-7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7EA5AE-F1AD-4871-96FD-81159648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56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500E787-3422-4301-B4F9-F373A9E90B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6404" y="1473693"/>
                <a:ext cx="6446520" cy="4692919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總結數學式，給一張</a:t>
                </a:r>
                <a:r>
                  <a:rPr lang="en-US" altLang="zh-TW" sz="1600" dirty="0">
                    <a:ea typeface="新細明體"/>
                  </a:rPr>
                  <a:t>image</a:t>
                </a:r>
                <a:r>
                  <a:rPr lang="zh-TW" altLang="en-US" sz="1600" dirty="0">
                    <a:ea typeface="新細明體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𝐼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𝑥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en-US" altLang="zh-TW" sz="1600" dirty="0">
                    <a:ea typeface="新細明體"/>
                  </a:rPr>
                  <a:t>:</a:t>
                </a:r>
              </a:p>
              <a:p>
                <a:pPr marL="0" indent="0">
                  <a:buNone/>
                </a:pPr>
                <a:endParaRPr lang="en-US" alt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en-US" alt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en-US" alt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en-US" alt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en-US" altLang="zh-TW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en-US" altLang="zh-TW" sz="1600" dirty="0">
                  <a:ea typeface="新細明體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500E787-3422-4301-B4F9-F373A9E90B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404" y="1473693"/>
                <a:ext cx="6446520" cy="4692919"/>
              </a:xfrm>
              <a:blipFill>
                <a:blip r:embed="rId2"/>
                <a:stretch>
                  <a:fillRect t="-7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29D7A-4C0A-425D-9873-95A1F3F2F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12</a:t>
            </a:fld>
            <a:endParaRPr 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4D82817-EDD6-459F-B176-BF602E3C6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76" y="2114531"/>
            <a:ext cx="4297270" cy="192276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8C8958D-5AD2-4CF1-9D22-692976A4B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076" y="4174112"/>
            <a:ext cx="4297270" cy="85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95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6">
            <a:extLst>
              <a:ext uri="{FF2B5EF4-FFF2-40B4-BE49-F238E27FC236}">
                <a16:creationId xmlns:a16="http://schemas.microsoft.com/office/drawing/2014/main" id="{4EC311ED-3C50-41ED-A281-7E8735C07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210" y="2712662"/>
            <a:ext cx="4975093" cy="347519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72E1FF-4285-49BC-A920-F8D14C27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13</a:t>
            </a:fld>
            <a:endParaRPr lang="en-US"/>
          </a:p>
        </p:txBody>
      </p:sp>
      <p:pic>
        <p:nvPicPr>
          <p:cNvPr id="5" name="圖片 5">
            <a:extLst>
              <a:ext uri="{FF2B5EF4-FFF2-40B4-BE49-F238E27FC236}">
                <a16:creationId xmlns:a16="http://schemas.microsoft.com/office/drawing/2014/main" id="{47DBAFA9-604F-450D-A1F6-B4B196F23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11" y="184"/>
            <a:ext cx="5191519" cy="48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48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ADB617-311A-4832-8120-F219B86A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3. Detecting proto-objects in a saliency ma</a:t>
            </a:r>
            <a:r>
              <a:rPr lang="en-US" altLang="zh-TW" dirty="0">
                <a:ea typeface="+mj-lt"/>
                <a:cs typeface="+mj-lt"/>
              </a:rPr>
              <a:t>p</a:t>
            </a:r>
            <a:endParaRPr lang="zh-TW" dirty="0">
              <a:ea typeface="+mj-lt"/>
              <a:cs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5DA5586-BC5C-4832-AAB4-02F4892F74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</a:t>
                </a:r>
                <a:r>
                  <a:rPr lang="en-US" altLang="zh-TW" sz="1600" dirty="0">
                    <a:ea typeface="新細明體"/>
                  </a:rPr>
                  <a:t>S</a:t>
                </a:r>
                <a:r>
                  <a:rPr lang="zh-TW" altLang="en-US" sz="1600" dirty="0">
                    <a:ea typeface="新細明體"/>
                  </a:rPr>
                  <a:t>alinecy map是proto</a:t>
                </a:r>
                <a:r>
                  <a:rPr lang="en-US" altLang="zh-TW" sz="1600" dirty="0">
                    <a:ea typeface="新細明體"/>
                  </a:rPr>
                  <a:t>-</a:t>
                </a:r>
                <a:r>
                  <a:rPr lang="zh-TW" altLang="en-US" sz="1600" dirty="0">
                    <a:ea typeface="新細明體"/>
                  </a:rPr>
                  <a:t>object的representation。本文使用簡單的threshold segmentation來檢測proto</a:t>
                </a:r>
                <a:r>
                  <a:rPr lang="en-US" altLang="zh-TW" sz="1600" dirty="0">
                    <a:ea typeface="新細明體"/>
                  </a:rPr>
                  <a:t>-</a:t>
                </a:r>
                <a:r>
                  <a:rPr lang="zh-TW" altLang="en-US" sz="1600" dirty="0">
                    <a:ea typeface="新細明體"/>
                  </a:rPr>
                  <a:t>object的顯著性</a:t>
                </a:r>
                <a:r>
                  <a:rPr lang="en-US" altLang="zh-TW" sz="1600" dirty="0">
                    <a:ea typeface="新細明體"/>
                  </a:rPr>
                  <a:t>:</a:t>
                </a:r>
                <a:endParaRPr lang="zh-TW" altLang="en-US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altLang="en-US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zh-TW" altLang="en-US" sz="1600" dirty="0">
                  <a:ea typeface="新細明體"/>
                </a:endParaRPr>
              </a:p>
              <a:p>
                <a:pPr marL="0" indent="0">
                  <a:buNone/>
                </a:pPr>
                <a:endParaRPr lang="en-US" altLang="zh-TW" sz="1600" b="0" i="1" dirty="0">
                  <a:latin typeface="Cambria Math" panose="02040503050406030204" pitchFamily="18" charset="0"/>
                  <a:ea typeface="新細明體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𝑆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𝑥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zh-TW" altLang="en-US" sz="1600" dirty="0">
                    <a:ea typeface="新細明體"/>
                  </a:rPr>
                  <a:t>為輸入的</a:t>
                </a:r>
                <a:r>
                  <a:rPr lang="en-US" altLang="zh-TW" sz="1600" dirty="0">
                    <a:ea typeface="新細明體"/>
                  </a:rPr>
                  <a:t>image</a:t>
                </a:r>
                <a:r>
                  <a:rPr lang="zh-TW" altLang="en-US" sz="1600" dirty="0">
                    <a:ea typeface="新細明體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𝑂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𝑥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zh-TW" altLang="en-US" sz="1600" dirty="0">
                    <a:ea typeface="新細明體"/>
                  </a:rPr>
                  <a:t>為object map。</a:t>
                </a:r>
              </a:p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根據經驗，threshold被定義為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𝐸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𝑆</m:t>
                    </m:r>
                    <m:d>
                      <m:d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𝑥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zh-TW" altLang="en-US" sz="1600" dirty="0">
                    <a:ea typeface="新細明體"/>
                    <a:cs typeface="+mn-lt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𝐸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𝑆</m:t>
                    </m:r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𝑥</m:t>
                        </m:r>
                      </m:e>
                    </m:d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zh-TW" sz="1600" dirty="0">
                    <a:ea typeface="新細明體"/>
                    <a:cs typeface="+mn-lt"/>
                  </a:rPr>
                  <a:t>為</a:t>
                </a:r>
                <a:r>
                  <a:rPr lang="en-US" altLang="zh-TW" sz="1600" dirty="0">
                    <a:ea typeface="新細明體"/>
                    <a:cs typeface="+mn-lt"/>
                  </a:rPr>
                  <a:t>saliency map </a:t>
                </a:r>
                <a:r>
                  <a:rPr lang="en-US" altLang="zh-TW" sz="1600" dirty="0" err="1">
                    <a:ea typeface="新細明體"/>
                    <a:cs typeface="+mn-lt"/>
                  </a:rPr>
                  <a:t>的平均強度</a:t>
                </a:r>
                <a:r>
                  <a:rPr lang="en-US" altLang="zh-TW" sz="1600" dirty="0">
                    <a:ea typeface="新細明體"/>
                    <a:cs typeface="+mn-lt"/>
                  </a:rPr>
                  <a:t>。</a:t>
                </a:r>
                <a:endParaRPr lang="zh-TW" altLang="en-US" sz="1600" dirty="0">
                  <a:ea typeface="新細明體"/>
                  <a:cs typeface="+mn-lt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</a:t>
                </a:r>
                <a:r>
                  <a:rPr lang="en-US" altLang="zh-TW" sz="1600" dirty="0" err="1">
                    <a:ea typeface="新細明體"/>
                  </a:rPr>
                  <a:t>在生成</a:t>
                </a:r>
                <a:r>
                  <a:rPr lang="en-US" altLang="zh-TW" sz="1600" dirty="0">
                    <a:ea typeface="新細明體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𝑂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𝑥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) </m:t>
                    </m:r>
                  </m:oMath>
                </a14:m>
                <a:r>
                  <a:rPr lang="en-US" altLang="zh-TW" sz="1600" dirty="0" err="1">
                    <a:ea typeface="新細明體"/>
                  </a:rPr>
                  <a:t>時proto-object可輕鬆的從相應位置被提取，並依次提取多個目標</a:t>
                </a:r>
                <a:r>
                  <a:rPr lang="zh-TW" altLang="en-US" sz="1600" dirty="0">
                    <a:ea typeface="新細明體"/>
                  </a:rPr>
                  <a:t>達成</a:t>
                </a:r>
                <a:r>
                  <a:rPr lang="en-US" altLang="zh-TW" sz="1600" dirty="0">
                    <a:ea typeface="新細明體"/>
                  </a:rPr>
                  <a:t>multiple object detection。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5DA5586-BC5C-4832-AAB4-02F4892F7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8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E7021C-CD98-4093-A28E-E1A5CB8D8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14</a:t>
            </a:fld>
            <a:endParaRPr lang="en-US"/>
          </a:p>
        </p:txBody>
      </p:sp>
      <p:pic>
        <p:nvPicPr>
          <p:cNvPr id="5" name="圖片 5">
            <a:extLst>
              <a:ext uri="{FF2B5EF4-FFF2-40B4-BE49-F238E27FC236}">
                <a16:creationId xmlns:a16="http://schemas.microsoft.com/office/drawing/2014/main" id="{F524DBF2-57EB-4B6A-B3AB-4F8D25A07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011" y="2695415"/>
            <a:ext cx="5083306" cy="87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610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E38E7A-815B-4B6A-A78B-2E361544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3.1. Selection of visual sc</a:t>
            </a:r>
            <a:r>
              <a:rPr lang="en-US" altLang="zh-TW" dirty="0">
                <a:ea typeface="+mj-lt"/>
                <a:cs typeface="+mj-lt"/>
              </a:rPr>
              <a:t>ales</a:t>
            </a:r>
            <a:endParaRPr lang="zh-TW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BB0E652-DFAE-474B-A25A-3C43CF5E8E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在不同的scales下會得到不同結果，根據模擬試驗64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𝑝𝑥</m:t>
                    </m:r>
                  </m:oMath>
                </a14:m>
                <a:r>
                  <a:rPr lang="zh-TW" altLang="en-US" sz="1600" dirty="0">
                    <a:ea typeface="新細明體"/>
                  </a:rPr>
                  <a:t>為佳。</a:t>
                </a:r>
                <a:endParaRPr lang="zh-TW" altLang="en-US" sz="1600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BB0E652-DFAE-474B-A25A-3C43CF5E8E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0B670B-E4E2-4CE0-A06E-F5EF3A30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15</a:t>
            </a:fld>
            <a:endParaRPr lang="en-US"/>
          </a:p>
        </p:txBody>
      </p:sp>
      <p:pic>
        <p:nvPicPr>
          <p:cNvPr id="5" name="圖片 5">
            <a:extLst>
              <a:ext uri="{FF2B5EF4-FFF2-40B4-BE49-F238E27FC236}">
                <a16:creationId xmlns:a16="http://schemas.microsoft.com/office/drawing/2014/main" id="{5E2C2D19-ED38-4397-9D25-CE6293313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708" y="2612881"/>
            <a:ext cx="5732583" cy="405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73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BE43F7-3CCB-43FC-A594-A6F7A0F6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4. Experiments and ana</a:t>
            </a:r>
            <a:r>
              <a:rPr lang="en-US" altLang="zh-TW" dirty="0">
                <a:ea typeface="+mj-lt"/>
                <a:cs typeface="+mj-lt"/>
              </a:rPr>
              <a:t>lysis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998ADF-F43D-488F-A89E-AF439475C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評估object detection system的性能常用的eye movements無法適用於本文的system，因eye movements僅有位置訊息，無法紀錄區域的大小與形狀，並且proto</a:t>
            </a:r>
            <a:r>
              <a:rPr lang="en-US" altLang="zh-TW" sz="1600" dirty="0">
                <a:ea typeface="新細明體"/>
              </a:rPr>
              <a:t>-</a:t>
            </a:r>
            <a:r>
              <a:rPr lang="zh-TW" altLang="en-US" sz="1600" dirty="0">
                <a:ea typeface="新細明體"/>
              </a:rPr>
              <a:t>objects沒有明顯的eye motion。</a:t>
            </a:r>
            <a:endParaRPr lang="en-US" altLang="zh-TW" sz="1600" dirty="0">
              <a:ea typeface="新細明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C0BFAC-9A61-464D-8437-0C711410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6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69CB26-AB2D-42E0-9FA7-F0013372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4.1. Evaluating the re</a:t>
            </a:r>
            <a:r>
              <a:rPr lang="en-US" altLang="zh-TW" dirty="0" err="1">
                <a:ea typeface="+mj-lt"/>
                <a:cs typeface="+mj-lt"/>
              </a:rPr>
              <a:t>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9221928-3DA8-49B7-A1AB-D6220D062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經過篩選後選出62張圖片(確定圖片中有可被選定為有object存在的區域)來做測試。此實驗的目的不同於segmentation，本篇方法關注空間的變化，hand labelers僅處理foreground &amp; background。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𝐻𝑅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=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𝐸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nary>
                      <m:naryPr>
                        <m:chr m:val="∏"/>
                        <m:supHide m:val="on"/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1600" b="0" i="1" smtClean="0">
                                <a:latin typeface="Cambria Math" panose="02040503050406030204" pitchFamily="18" charset="0"/>
                                <a:ea typeface="新細明體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新細明體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新細明體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600" b="0" i="1" smtClean="0">
                                <a:latin typeface="Cambria Math" panose="02040503050406030204" pitchFamily="18" charset="0"/>
                                <a:ea typeface="新細明體"/>
                              </a:rPr>
                            </m:ctrlPr>
                          </m:dPr>
                          <m:e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新細明體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sz="1600" i="1" smtClean="0">
                            <a:latin typeface="Cambria Math" panose="02040503050406030204" pitchFamily="18" charset="0"/>
                            <a:ea typeface="新細明體"/>
                          </a:rPr>
                          <m:t>∙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𝑆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(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𝑥</m:t>
                        </m:r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)</m:t>
                        </m:r>
                      </m:e>
                    </m:nary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zh-TW" altLang="en-US" sz="1600" dirty="0">
                    <a:ea typeface="新細明體"/>
                  </a:rPr>
                  <a:t>  </a:t>
                </a:r>
                <a:r>
                  <a:rPr lang="en-US" altLang="zh-TW" sz="1600" dirty="0">
                    <a:ea typeface="新細明體"/>
                  </a:rPr>
                  <a:t>(11)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𝐹𝐴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𝑅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=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𝐸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(</m:t>
                    </m:r>
                    <m:nary>
                      <m:naryPr>
                        <m:chr m:val="∏"/>
                        <m:supHide m:val="on"/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𝑘</m:t>
                        </m:r>
                      </m:sub>
                      <m:sup/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  <a:ea typeface="新細明體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  <a:ea typeface="新細明體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 panose="02040503050406030204" pitchFamily="18" charset="0"/>
                                <a:ea typeface="新細明體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  <a:ea typeface="新細明體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  <a:ea typeface="新細明體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新細明體"/>
                          </a:rPr>
                          <m:t>)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∙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𝑆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(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𝑥</m:t>
                        </m:r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)</m:t>
                        </m:r>
                      </m:e>
                    </m:nary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)</m:t>
                    </m:r>
                  </m:oMath>
                </a14:m>
                <a:r>
                  <a:rPr lang="zh-TW" altLang="en-US" sz="1600" dirty="0">
                    <a:ea typeface="新細明體"/>
                  </a:rPr>
                  <a:t>  </a:t>
                </a:r>
                <a:r>
                  <a:rPr lang="en-US" altLang="zh-TW" sz="1600" dirty="0">
                    <a:ea typeface="新細明體"/>
                  </a:rPr>
                  <a:t>(12)</a:t>
                </a:r>
                <a:endParaRPr lang="zh-TW" altLang="en-US" sz="1600" dirty="0">
                  <a:ea typeface="新細明體"/>
                </a:endParaRPr>
              </a:p>
              <a:p>
                <a:pPr marL="0" indent="0">
                  <a:buNone/>
                </a:pPr>
                <a:r>
                  <a:rPr lang="zh-TW" sz="1600" dirty="0">
                    <a:ea typeface="+mn-lt"/>
                    <a:cs typeface="+mn-lt"/>
                  </a:rPr>
                  <a:t>the Hit Rate (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𝐻𝑅</m:t>
                    </m:r>
                  </m:oMath>
                </a14:m>
                <a:r>
                  <a:rPr lang="zh-TW" sz="1600" dirty="0">
                    <a:ea typeface="+mn-lt"/>
                    <a:cs typeface="+mn-lt"/>
                  </a:rPr>
                  <a:t>) and the False Alarm Rate (</a:t>
                </a:r>
                <a14:m>
                  <m:oMath xmlns:m="http://schemas.openxmlformats.org/officeDocument/2006/math"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𝐹𝐴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新細明體"/>
                      </a:rPr>
                      <m:t>𝑅</m:t>
                    </m:r>
                  </m:oMath>
                </a14:m>
                <a:r>
                  <a:rPr lang="en-US" altLang="zh-TW" sz="1600" dirty="0">
                    <a:ea typeface="+mn-lt"/>
                    <a:cs typeface="+mn-lt"/>
                  </a:rPr>
                  <a:t>)，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sSub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𝑂</m:t>
                        </m:r>
                      </m:e>
                      <m:sub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  <a:ea typeface="新細明體"/>
                          </a:rPr>
                          <m:t>𝑥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新細明體"/>
                      </a:rPr>
                      <m:t>=1</m:t>
                    </m:r>
                  </m:oMath>
                </a14:m>
                <a:r>
                  <a:rPr lang="en-US" altLang="zh-TW" sz="1600" dirty="0">
                    <a:ea typeface="+mn-lt"/>
                    <a:cs typeface="+mn-lt"/>
                  </a:rPr>
                  <a:t>,表示為target objects,=0為background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9221928-3DA8-49B7-A1AB-D6220D062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8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4748D3-58F1-4FB9-A22C-AB659170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1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98919E-1A2F-44A1-A7B3-1EC4088A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18</a:t>
            </a:fld>
            <a:endParaRPr lang="en-US"/>
          </a:p>
        </p:txBody>
      </p:sp>
      <p:pic>
        <p:nvPicPr>
          <p:cNvPr id="5" name="圖片 5" descr="一張含有 螢幕擷取畫面 的圖片&#10;&#10;自動產生的描述">
            <a:extLst>
              <a:ext uri="{FF2B5EF4-FFF2-40B4-BE49-F238E27FC236}">
                <a16:creationId xmlns:a16="http://schemas.microsoft.com/office/drawing/2014/main" id="{6257A7E1-0A63-4FA2-8087-07C87C130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5" y="3097"/>
            <a:ext cx="8978975" cy="616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1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98919E-1A2F-44A1-A7B3-1EC4088A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19</a:t>
            </a:fld>
            <a:endParaRPr lang="en-US"/>
          </a:p>
        </p:txBody>
      </p:sp>
      <p:pic>
        <p:nvPicPr>
          <p:cNvPr id="2" name="圖片 2">
            <a:extLst>
              <a:ext uri="{FF2B5EF4-FFF2-40B4-BE49-F238E27FC236}">
                <a16:creationId xmlns:a16="http://schemas.microsoft.com/office/drawing/2014/main" id="{93966EC9-0ED7-4A36-BA5A-10FB5F004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3" y="709405"/>
            <a:ext cx="8911341" cy="391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88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5C2B4D-3D3A-4292-B66B-8C388540E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6404" y="1155091"/>
                <a:ext cx="6446520" cy="502504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ea typeface="新細明體"/>
                  </a:rPr>
                  <a:t>　　作者也根據Itti</a:t>
                </a:r>
                <a:r>
                  <a:rPr lang="en-US" altLang="zh-TW" sz="1600" dirty="0">
                    <a:ea typeface="新細明體"/>
                  </a:rPr>
                  <a:t>’</a:t>
                </a:r>
                <a:r>
                  <a:rPr lang="zh-TW" altLang="en-US" sz="1600" dirty="0">
                    <a:ea typeface="新細明體"/>
                  </a:rPr>
                  <a:t>s theory做結果的比較，為了使兩種方法的FAR &amp; HR相等做一些數學上的調整</a:t>
                </a:r>
                <a:r>
                  <a:rPr lang="en-US" altLang="zh-TW" sz="1600" dirty="0">
                    <a:ea typeface="新細明體"/>
                  </a:rPr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sz="160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d>
                      <m:d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1600" dirty="0"/>
                  <a:t>  </a:t>
                </a:r>
                <a:r>
                  <a:rPr lang="en-US" altLang="zh-TW" sz="1600" dirty="0"/>
                  <a:t>(13)</a:t>
                </a:r>
              </a:p>
              <a:p>
                <a:pPr marL="0" indent="0">
                  <a:buNone/>
                </a:pPr>
                <a:r>
                  <a:rPr lang="zh-TW" altLang="en-US" sz="1600" dirty="0"/>
                  <a:t>然後用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sz="160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d>
                      <m:d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TW" altLang="en-US" sz="1600" dirty="0"/>
                  <a:t>計算</a:t>
                </a:r>
                <a:r>
                  <a:rPr lang="en-US" altLang="zh-TW" sz="1600" dirty="0"/>
                  <a:t>FAR</a:t>
                </a:r>
                <a:r>
                  <a:rPr lang="zh-TW" altLang="en-US" sz="1600" dirty="0"/>
                  <a:t> </a:t>
                </a:r>
                <a:r>
                  <a:rPr lang="en-US" altLang="zh-TW" sz="1600" dirty="0"/>
                  <a:t>&amp;</a:t>
                </a:r>
                <a:r>
                  <a:rPr lang="zh-TW" altLang="en-US" sz="1600" dirty="0"/>
                  <a:t> </a:t>
                </a:r>
                <a:r>
                  <a:rPr lang="en-US" altLang="zh-TW" sz="1600" dirty="0"/>
                  <a:t>HR</a:t>
                </a:r>
                <a:r>
                  <a:rPr lang="zh-TW" altLang="en-US" sz="1600" dirty="0"/>
                  <a:t>，同樣</a:t>
                </a:r>
                <a:r>
                  <a:rPr lang="zh-TW" altLang="en-US" sz="1600" dirty="0">
                    <a:ea typeface="新細明體"/>
                  </a:rPr>
                  <a:t>線性調整來建立</a:t>
                </a:r>
                <a:r>
                  <a:rPr lang="en-US" altLang="zh-TW" sz="1600" dirty="0">
                    <a:ea typeface="新細明體"/>
                  </a:rPr>
                  <a:t>spectral residual</a:t>
                </a:r>
                <a:r>
                  <a:rPr lang="zh-TW" altLang="en-US" sz="1600" dirty="0">
                    <a:ea typeface="新細明體"/>
                  </a:rPr>
                  <a:t>來建立</a:t>
                </a:r>
                <a:r>
                  <a:rPr lang="en-US" altLang="zh-TW" sz="1600" dirty="0">
                    <a:ea typeface="新細明體"/>
                  </a:rPr>
                  <a:t>saliency map</a:t>
                </a:r>
                <a:r>
                  <a:rPr lang="zh-TW" altLang="en-US" sz="1600" dirty="0">
                    <a:ea typeface="新細明體"/>
                  </a:rPr>
                  <a:t>並</a:t>
                </a:r>
                <a:r>
                  <a:rPr lang="zh-TW" altLang="en-US" sz="1600" dirty="0"/>
                  <a:t>根據</a:t>
                </a:r>
                <a:r>
                  <a:rPr lang="zh-TW" altLang="en-US" sz="1600" dirty="0">
                    <a:ea typeface="新細明體"/>
                  </a:rPr>
                  <a:t>Itti</a:t>
                </a:r>
                <a:r>
                  <a:rPr lang="en-US" altLang="zh-TW" sz="1600" dirty="0">
                    <a:ea typeface="新細明體"/>
                  </a:rPr>
                  <a:t>’</a:t>
                </a:r>
                <a:r>
                  <a:rPr lang="zh-TW" altLang="en-US" sz="1600" dirty="0">
                    <a:ea typeface="新細明體"/>
                  </a:rPr>
                  <a:t>s </a:t>
                </a:r>
                <a:r>
                  <a:rPr lang="en-US" altLang="zh-TW" sz="1600" dirty="0">
                    <a:ea typeface="新細明體"/>
                  </a:rPr>
                  <a:t>method</a:t>
                </a:r>
                <a:r>
                  <a:rPr lang="zh-TW" altLang="en-US" sz="1600" dirty="0">
                    <a:ea typeface="新細明體"/>
                  </a:rPr>
                  <a:t>得到</a:t>
                </a:r>
                <a:r>
                  <a:rPr lang="en-US" altLang="zh-TW" sz="1600" dirty="0">
                    <a:ea typeface="新細明體"/>
                  </a:rPr>
                  <a:t>HR</a:t>
                </a:r>
                <a:r>
                  <a:rPr lang="zh-TW" altLang="en-US" sz="1600" dirty="0">
                    <a:ea typeface="新細明體"/>
                  </a:rPr>
                  <a:t>。</a:t>
                </a:r>
                <a:endParaRPr lang="en-US" altLang="zh-TW" sz="1600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5C2B4D-3D3A-4292-B66B-8C388540E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404" y="1155091"/>
                <a:ext cx="6446520" cy="5025048"/>
              </a:xfrm>
              <a:blipFill>
                <a:blip r:embed="rId2"/>
                <a:stretch>
                  <a:fillRect l="-473" t="-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9574B9-99C8-4244-8D13-282AC8A7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20</a:t>
            </a:fld>
            <a:endParaRPr lang="en-US"/>
          </a:p>
        </p:txBody>
      </p:sp>
      <p:pic>
        <p:nvPicPr>
          <p:cNvPr id="6" name="圖片 6" descr="一張含有 桌 的圖片&#10;&#10;自動產生的描述">
            <a:extLst>
              <a:ext uri="{FF2B5EF4-FFF2-40B4-BE49-F238E27FC236}">
                <a16:creationId xmlns:a16="http://schemas.microsoft.com/office/drawing/2014/main" id="{C7C539DC-5828-4098-8526-BAFA9CCBE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60" y="3448051"/>
            <a:ext cx="6760608" cy="302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98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92A533-F156-4BC3-A506-A605DC9E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>
                <a:ea typeface="+mj-lt"/>
                <a:cs typeface="+mj-lt"/>
              </a:rPr>
              <a:t>4.2. Responses to psychological patterns</a:t>
            </a:r>
          </a:p>
        </p:txBody>
      </p:sp>
      <p:pic>
        <p:nvPicPr>
          <p:cNvPr id="5" name="圖片 5">
            <a:extLst>
              <a:ext uri="{FF2B5EF4-FFF2-40B4-BE49-F238E27FC236}">
                <a16:creationId xmlns:a16="http://schemas.microsoft.com/office/drawing/2014/main" id="{4231A5C8-84EF-427F-AC86-BC1C0A239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0612" y="1630045"/>
            <a:ext cx="3902775" cy="5135881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A86F37-6F9A-4148-B1EA-F27CA09D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34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3BBCE7-E80A-4BCB-8E0C-E170816B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5. Discussion 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B75A05-6315-4546-BE83-CC7B0F7FB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作者提出基於log spectra對通用目標的檢測方法，貢獻為發現</a:t>
            </a:r>
            <a:r>
              <a:rPr lang="zh-TW" altLang="en-US" sz="1600" i="1" dirty="0">
                <a:ea typeface="新細明體"/>
              </a:rPr>
              <a:t>spectral residual</a:t>
            </a:r>
            <a:r>
              <a:rPr lang="zh-TW" altLang="en-US" sz="1600" dirty="0">
                <a:ea typeface="新細明體"/>
              </a:rPr>
              <a:t>及它檢測proto</a:t>
            </a:r>
            <a:r>
              <a:rPr lang="en-US" altLang="zh-TW" sz="1600" dirty="0">
                <a:ea typeface="新細明體"/>
              </a:rPr>
              <a:t>-</a:t>
            </a:r>
            <a:r>
              <a:rPr lang="zh-TW" altLang="en-US" sz="1600" dirty="0">
                <a:ea typeface="新細明體"/>
              </a:rPr>
              <a:t>object的能力。</a:t>
            </a:r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1845AC-85A0-4015-9AB2-C5CBB446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79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D0637E-5E36-4B61-A9CD-5B78F33F7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5.1. The prospect of spectral residual approach 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C23B1A-05C5-4F43-BF0F-859DB6FA5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</a:t>
            </a:r>
            <a:r>
              <a:rPr lang="zh-TW" altLang="en-US" sz="1600" i="1" dirty="0">
                <a:ea typeface="新細明體"/>
              </a:rPr>
              <a:t>Spectral residual</a:t>
            </a:r>
            <a:r>
              <a:rPr lang="zh-TW" altLang="en-US" sz="1600" dirty="0">
                <a:ea typeface="新細明體"/>
              </a:rPr>
              <a:t>優點在於它的普遍性，prio</a:t>
            </a:r>
            <a:r>
              <a:rPr lang="en-US" altLang="zh-TW" sz="1600" dirty="0">
                <a:ea typeface="新細明體"/>
              </a:rPr>
              <a:t>r</a:t>
            </a:r>
            <a:r>
              <a:rPr lang="zh-TW" altLang="en-US" sz="1600" dirty="0">
                <a:ea typeface="新細明體"/>
              </a:rPr>
              <a:t> knowledge在此system中不需被檢測。另外此方法涵蓋了未知功能，例如Fig9.中的"curve"正確的被檢測出來。</a:t>
            </a:r>
            <a:endParaRPr lang="zh-TW" sz="1600" dirty="0"/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</a:t>
            </a:r>
            <a:r>
              <a:rPr lang="zh-TW" altLang="en-US" sz="1600" i="1" dirty="0">
                <a:ea typeface="新細明體"/>
              </a:rPr>
              <a:t>Spectral residual</a:t>
            </a:r>
            <a:r>
              <a:rPr lang="zh-TW" altLang="en-US" sz="1600" dirty="0">
                <a:ea typeface="新細明體"/>
              </a:rPr>
              <a:t>對其他features的問題也被證明是有效的。</a:t>
            </a: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最後，與其他檢測方法相比，此方法的計算量較低，運算簡單，提供實時系統一個解決方案。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C8ACCC-BC8D-432A-91FD-DF25775B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6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18F7BA-25DD-4BE5-9D04-32DB1AAE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5.2. Further work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3ED87-8919-4B62-A751-A8EF03415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該論文結果和人類視覺系統有驚人的相似性，尤其對心理模式的反應，也許</a:t>
            </a:r>
            <a:r>
              <a:rPr lang="zh-TW" altLang="en-US" sz="1600" i="1" dirty="0">
                <a:ea typeface="新細明體"/>
              </a:rPr>
              <a:t>spectral residual</a:t>
            </a:r>
            <a:r>
              <a:rPr lang="zh-TW" altLang="en-US" sz="1600" dirty="0">
                <a:ea typeface="新細明體"/>
              </a:rPr>
              <a:t>和人類系統的生物意義有甚麼相似之處。</a:t>
            </a: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根據其他發現，不同的物體具有相似頻譜會互相干擾；目標在花費時間從background中被標記時會隱藏foreground的頻譜。</a:t>
            </a: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此外在本文中只討論到靜態影像，尚未建立動態features的模型。</a:t>
            </a:r>
          </a:p>
          <a:p>
            <a:pPr marL="0" indent="0">
              <a:buNone/>
            </a:pPr>
            <a:r>
              <a:rPr lang="zh-TW" altLang="en-US" sz="1600" dirty="0">
                <a:ea typeface="新細明體"/>
              </a:rPr>
              <a:t>　　另一個潛在的工作是整合本文與segmentation技術，segmentation的目的在畫分界線，而本篇論文忽略目標空間的同質性，因此在</a:t>
            </a:r>
            <a:r>
              <a:rPr lang="en-US" altLang="zh-TW" sz="1600" dirty="0">
                <a:ea typeface="新細明體"/>
              </a:rPr>
              <a:t>Fig8.</a:t>
            </a:r>
            <a:r>
              <a:rPr lang="zh-TW" altLang="en-US" sz="1600" dirty="0">
                <a:ea typeface="新細明體"/>
              </a:rPr>
              <a:t>騎士沒有合馬隻分隔開。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8CE499-E89F-40E3-A15E-D6755C63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55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5">
            <a:extLst>
              <a:ext uri="{FF2B5EF4-FFF2-40B4-BE49-F238E27FC236}">
                <a16:creationId xmlns:a16="http://schemas.microsoft.com/office/drawing/2014/main" id="{13C90F93-FAAD-43F4-B90E-8B0519D3A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8" y="92074"/>
            <a:ext cx="8546123" cy="646205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C50176-0657-4768-8BF7-C5F11185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4739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207</Words>
  <Application>Microsoft Office PowerPoint</Application>
  <PresentationFormat>如螢幕大小 (4:3)</PresentationFormat>
  <Paragraphs>127</Paragraphs>
  <Slides>25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3" baseType="lpstr">
      <vt:lpstr>新細明體</vt:lpstr>
      <vt:lpstr>DFKai-SB</vt:lpstr>
      <vt:lpstr>Arial</vt:lpstr>
      <vt:lpstr>Cambria Math</vt:lpstr>
      <vt:lpstr>Century Schoolbook</vt:lpstr>
      <vt:lpstr>Times New Roman</vt:lpstr>
      <vt:lpstr>Wingdings 2</vt:lpstr>
      <vt:lpstr>View</vt:lpstr>
      <vt:lpstr>Saliency Detection:  A Spectral Residual Approach</vt:lpstr>
      <vt:lpstr>1. Introduction</vt:lpstr>
      <vt:lpstr>PowerPoint 簡報</vt:lpstr>
      <vt:lpstr>PowerPoint 簡報</vt:lpstr>
      <vt:lpstr>2. Spectral Residual Model</vt:lpstr>
      <vt:lpstr>2.1. Log spectrum representation</vt:lpstr>
      <vt:lpstr>PowerPoint 簡報</vt:lpstr>
      <vt:lpstr>PowerPoint 簡報</vt:lpstr>
      <vt:lpstr>PowerPoint 簡報</vt:lpstr>
      <vt:lpstr>2.2. From spectral residual to saliency map</vt:lpstr>
      <vt:lpstr>PowerPoint 簡報</vt:lpstr>
      <vt:lpstr>PowerPoint 簡報</vt:lpstr>
      <vt:lpstr>PowerPoint 簡報</vt:lpstr>
      <vt:lpstr>3. Detecting proto-objects in a saliency map</vt:lpstr>
      <vt:lpstr>3.1. Selection of visual scales</vt:lpstr>
      <vt:lpstr>4. Experiments and analysis</vt:lpstr>
      <vt:lpstr>4.1. Evaluating the result</vt:lpstr>
      <vt:lpstr>PowerPoint 簡報</vt:lpstr>
      <vt:lpstr>PowerPoint 簡報</vt:lpstr>
      <vt:lpstr>PowerPoint 簡報</vt:lpstr>
      <vt:lpstr>4.2. Responses to psychological patterns</vt:lpstr>
      <vt:lpstr>5. Discussion </vt:lpstr>
      <vt:lpstr>5.1. The prospect of spectral residual approach </vt:lpstr>
      <vt:lpstr>5.2. Further work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Recognition Machine Vision System Using Eigenfaces</dc:title>
  <dc:creator>user</dc:creator>
  <cp:lastModifiedBy>Andrew Chou</cp:lastModifiedBy>
  <cp:revision>953</cp:revision>
  <dcterms:created xsi:type="dcterms:W3CDTF">2020-12-16T03:08:35Z</dcterms:created>
  <dcterms:modified xsi:type="dcterms:W3CDTF">2021-01-27T11:17:21Z</dcterms:modified>
</cp:coreProperties>
</file>